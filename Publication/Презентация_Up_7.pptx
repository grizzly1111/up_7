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50" r:id="rId2"/>
  </p:sldMasterIdLst>
  <p:sldIdLst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8" r:id="rId14"/>
    <p:sldId id="266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4A8DF4-51EC-4839-8E55-05009C0557C8}" v="62" dt="2025-12-13T05:27:11.342"/>
    <p1510:client id="{3EB4BDEE-072A-4012-BD87-093A0C2322F8}" v="93" dt="2025-12-13T03:45:34.092"/>
    <p1510:client id="{B23D6068-09D4-8636-D910-FC7F20771AA1}" v="13" dt="2025-12-13T05:15:59.997"/>
    <p1510:client id="{E945C758-043C-44AD-879A-BF7BE0994F50}" v="887" dt="2025-12-12T19:37:13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0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ехрдод Солихов" userId="1903d256b615c2df" providerId="Windows Live" clId="Web-{3EB4BDEE-072A-4012-BD87-093A0C2322F8}"/>
    <pc:docChg chg="modSld">
      <pc:chgData name="Мехрдод Солихов" userId="1903d256b615c2df" providerId="Windows Live" clId="Web-{3EB4BDEE-072A-4012-BD87-093A0C2322F8}" dt="2025-12-13T03:45:39.264" v="87"/>
      <pc:docMkLst>
        <pc:docMk/>
      </pc:docMkLst>
      <pc:sldChg chg="modTransition">
        <pc:chgData name="Мехрдод Солихов" userId="1903d256b615c2df" providerId="Windows Live" clId="Web-{3EB4BDEE-072A-4012-BD87-093A0C2322F8}" dt="2025-12-13T03:34:11.659" v="13"/>
        <pc:sldMkLst>
          <pc:docMk/>
          <pc:sldMk cId="400645097" sldId="256"/>
        </pc:sldMkLst>
      </pc:sldChg>
      <pc:sldChg chg="modSp">
        <pc:chgData name="Мехрдод Солихов" userId="1903d256b615c2df" providerId="Windows Live" clId="Web-{3EB4BDEE-072A-4012-BD87-093A0C2322F8}" dt="2025-12-13T03:37:34.527" v="30" actId="20577"/>
        <pc:sldMkLst>
          <pc:docMk/>
          <pc:sldMk cId="991811243" sldId="257"/>
        </pc:sldMkLst>
        <pc:spChg chg="mod">
          <ac:chgData name="Мехрдод Солихов" userId="1903d256b615c2df" providerId="Windows Live" clId="Web-{3EB4BDEE-072A-4012-BD87-093A0C2322F8}" dt="2025-12-13T03:37:34.527" v="30" actId="20577"/>
          <ac:spMkLst>
            <pc:docMk/>
            <pc:sldMk cId="991811243" sldId="257"/>
            <ac:spMk id="7" creationId="{00000000-0000-0000-0000-000000000000}"/>
          </ac:spMkLst>
        </pc:spChg>
      </pc:sldChg>
      <pc:sldChg chg="addSp delSp modTransition">
        <pc:chgData name="Мехрдод Солихов" userId="1903d256b615c2df" providerId="Windows Live" clId="Web-{3EB4BDEE-072A-4012-BD87-093A0C2322F8}" dt="2025-12-13T03:34:31.769" v="14"/>
        <pc:sldMkLst>
          <pc:docMk/>
          <pc:sldMk cId="3890871816" sldId="258"/>
        </pc:sldMkLst>
        <pc:spChg chg="add del">
          <ac:chgData name="Мехрдод Солихов" userId="1903d256b615c2df" providerId="Windows Live" clId="Web-{3EB4BDEE-072A-4012-BD87-093A0C2322F8}" dt="2025-12-13T03:30:17.715" v="8"/>
          <ac:spMkLst>
            <pc:docMk/>
            <pc:sldMk cId="3890871816" sldId="258"/>
            <ac:spMk id="27" creationId="{1ADC66EF-B3C0-4236-9BBB-BC4060C38D26}"/>
          </ac:spMkLst>
        </pc:spChg>
        <pc:graphicFrameChg chg="add del">
          <ac:chgData name="Мехрдод Солихов" userId="1903d256b615c2df" providerId="Windows Live" clId="Web-{3EB4BDEE-072A-4012-BD87-093A0C2322F8}" dt="2025-12-13T03:30:13.746" v="5"/>
          <ac:graphicFrameMkLst>
            <pc:docMk/>
            <pc:sldMk cId="3890871816" sldId="258"/>
            <ac:graphicFrameMk id="29" creationId="{B01BC987-7364-3978-4332-871E012FA009}"/>
          </ac:graphicFrameMkLst>
        </pc:graphicFrameChg>
        <pc:graphicFrameChg chg="add del">
          <ac:chgData name="Мехрдод Солихов" userId="1903d256b615c2df" providerId="Windows Live" clId="Web-{3EB4BDEE-072A-4012-BD87-093A0C2322F8}" dt="2025-12-13T03:30:17.684" v="7"/>
          <ac:graphicFrameMkLst>
            <pc:docMk/>
            <pc:sldMk cId="3890871816" sldId="258"/>
            <ac:graphicFrameMk id="31" creationId="{406EC506-C798-CF94-1819-1AD0AA5E4AF0}"/>
          </ac:graphicFrameMkLst>
        </pc:graphicFrameChg>
        <pc:graphicFrameChg chg="add">
          <ac:chgData name="Мехрдод Солихов" userId="1903d256b615c2df" providerId="Windows Live" clId="Web-{3EB4BDEE-072A-4012-BD87-093A0C2322F8}" dt="2025-12-13T03:30:17.715" v="8"/>
          <ac:graphicFrameMkLst>
            <pc:docMk/>
            <pc:sldMk cId="3890871816" sldId="258"/>
            <ac:graphicFrameMk id="33" creationId="{B01BC987-7364-3978-4332-871E012FA009}"/>
          </ac:graphicFrameMkLst>
        </pc:graphicFrameChg>
      </pc:sldChg>
      <pc:sldChg chg="modTransition">
        <pc:chgData name="Мехрдод Солихов" userId="1903d256b615c2df" providerId="Windows Live" clId="Web-{3EB4BDEE-072A-4012-BD87-093A0C2322F8}" dt="2025-12-13T03:34:41.066" v="15"/>
        <pc:sldMkLst>
          <pc:docMk/>
          <pc:sldMk cId="463357489" sldId="259"/>
        </pc:sldMkLst>
      </pc:sldChg>
      <pc:sldChg chg="modTransition">
        <pc:chgData name="Мехрдод Солихов" userId="1903d256b615c2df" providerId="Windows Live" clId="Web-{3EB4BDEE-072A-4012-BD87-093A0C2322F8}" dt="2025-12-13T03:34:53.019" v="16"/>
        <pc:sldMkLst>
          <pc:docMk/>
          <pc:sldMk cId="2568391551" sldId="260"/>
        </pc:sldMkLst>
      </pc:sldChg>
      <pc:sldChg chg="modTransition addAnim delAnim">
        <pc:chgData name="Мехрдод Солихов" userId="1903d256b615c2df" providerId="Windows Live" clId="Web-{3EB4BDEE-072A-4012-BD87-093A0C2322F8}" dt="2025-12-13T03:37:04.741" v="28"/>
        <pc:sldMkLst>
          <pc:docMk/>
          <pc:sldMk cId="2408234558" sldId="261"/>
        </pc:sldMkLst>
      </pc:sldChg>
      <pc:sldChg chg="modSp modTransition addAnim delAnim">
        <pc:chgData name="Мехрдод Солихов" userId="1903d256b615c2df" providerId="Windows Live" clId="Web-{3EB4BDEE-072A-4012-BD87-093A0C2322F8}" dt="2025-12-13T03:40:45.374" v="39" actId="20577"/>
        <pc:sldMkLst>
          <pc:docMk/>
          <pc:sldMk cId="1637526342" sldId="262"/>
        </pc:sldMkLst>
        <pc:spChg chg="mod">
          <ac:chgData name="Мехрдод Солихов" userId="1903d256b615c2df" providerId="Windows Live" clId="Web-{3EB4BDEE-072A-4012-BD87-093A0C2322F8}" dt="2025-12-13T03:40:45.374" v="39" actId="20577"/>
          <ac:spMkLst>
            <pc:docMk/>
            <pc:sldMk cId="1637526342" sldId="262"/>
            <ac:spMk id="4" creationId="{00000000-0000-0000-0000-000000000000}"/>
          </ac:spMkLst>
        </pc:spChg>
      </pc:sldChg>
      <pc:sldChg chg="modTransition">
        <pc:chgData name="Мехрдод Солихов" userId="1903d256b615c2df" providerId="Windows Live" clId="Web-{3EB4BDEE-072A-4012-BD87-093A0C2322F8}" dt="2025-12-13T03:35:17.786" v="19"/>
        <pc:sldMkLst>
          <pc:docMk/>
          <pc:sldMk cId="1080697727" sldId="263"/>
        </pc:sldMkLst>
      </pc:sldChg>
      <pc:sldChg chg="addSp delSp modSp modTransition">
        <pc:chgData name="Мехрдод Солихов" userId="1903d256b615c2df" providerId="Windows Live" clId="Web-{3EB4BDEE-072A-4012-BD87-093A0C2322F8}" dt="2025-12-13T03:45:39.264" v="87"/>
        <pc:sldMkLst>
          <pc:docMk/>
          <pc:sldMk cId="138904812" sldId="264"/>
        </pc:sldMkLst>
        <pc:spChg chg="mod">
          <ac:chgData name="Мехрдод Солихов" userId="1903d256b615c2df" providerId="Windows Live" clId="Web-{3EB4BDEE-072A-4012-BD87-093A0C2322F8}" dt="2025-12-13T03:43:43.791" v="64" actId="20577"/>
          <ac:spMkLst>
            <pc:docMk/>
            <pc:sldMk cId="138904812" sldId="264"/>
            <ac:spMk id="4" creationId="{00000000-0000-0000-0000-000000000000}"/>
          </ac:spMkLst>
        </pc:spChg>
        <pc:spChg chg="del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81" creationId="{6478287C-E119-4E9C-95B0-518478BD9D07}"/>
          </ac:spMkLst>
        </pc:spChg>
        <pc:spChg chg="del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83" creationId="{EA4A294F-6D36-425B-8632-27FD6A284D09}"/>
          </ac:spMkLst>
        </pc:spChg>
        <pc:spChg chg="del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85" creationId="{3FECAD23-900F-4F1B-A441-6A68749F88D4}"/>
          </ac:spMkLst>
        </pc:spChg>
        <pc:spChg chg="del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89" creationId="{8A233090-6C39-4F59-8A0F-86F011A7EEEB}"/>
          </ac:spMkLst>
        </pc:spChg>
        <pc:spChg chg="del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91" creationId="{484DCAA0-4BF1-4FB9-97BA-D6BA630419A0}"/>
          </ac:spMkLst>
        </pc:spChg>
        <pc:spChg chg="add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104" creationId="{6478287C-E119-4E9C-95B0-518478BD9D07}"/>
          </ac:spMkLst>
        </pc:spChg>
        <pc:spChg chg="add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106" creationId="{EA4A294F-6D36-425B-8632-27FD6A284D09}"/>
          </ac:spMkLst>
        </pc:spChg>
        <pc:spChg chg="add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108" creationId="{3FECAD23-900F-4F1B-A441-6A68749F88D4}"/>
          </ac:spMkLst>
        </pc:spChg>
        <pc:spChg chg="add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112" creationId="{8A233090-6C39-4F59-8A0F-86F011A7EEEB}"/>
          </ac:spMkLst>
        </pc:spChg>
        <pc:spChg chg="add">
          <ac:chgData name="Мехрдод Солихов" userId="1903d256b615c2df" providerId="Windows Live" clId="Web-{3EB4BDEE-072A-4012-BD87-093A0C2322F8}" dt="2025-12-13T03:45:39.264" v="87"/>
          <ac:spMkLst>
            <pc:docMk/>
            <pc:sldMk cId="138904812" sldId="264"/>
            <ac:spMk id="114" creationId="{484DCAA0-4BF1-4FB9-97BA-D6BA630419A0}"/>
          </ac:spMkLst>
        </pc:spChg>
        <pc:picChg chg="add mod">
          <ac:chgData name="Мехрдод Солихов" userId="1903d256b615c2df" providerId="Windows Live" clId="Web-{3EB4BDEE-072A-4012-BD87-093A0C2322F8}" dt="2025-12-13T03:45:34.092" v="86" actId="1076"/>
          <ac:picMkLst>
            <pc:docMk/>
            <pc:sldMk cId="138904812" sldId="264"/>
            <ac:picMk id="2" creationId="{BFE7131D-0A1F-BDAA-49CA-E1781B50478D}"/>
          </ac:picMkLst>
        </pc:picChg>
        <pc:picChg chg="del">
          <ac:chgData name="Мехрдод Солихов" userId="1903d256b615c2df" providerId="Windows Live" clId="Web-{3EB4BDEE-072A-4012-BD87-093A0C2322F8}" dt="2025-12-13T03:45:03.607" v="84"/>
          <ac:picMkLst>
            <pc:docMk/>
            <pc:sldMk cId="138904812" sldId="264"/>
            <ac:picMk id="7" creationId="{D60EA745-8FC6-8A7F-8A08-03A3CB6C6566}"/>
          </ac:picMkLst>
        </pc:picChg>
      </pc:sldChg>
      <pc:sldChg chg="modTransition">
        <pc:chgData name="Мехрдод Солихов" userId="1903d256b615c2df" providerId="Windows Live" clId="Web-{3EB4BDEE-072A-4012-BD87-093A0C2322F8}" dt="2025-12-13T03:35:42.603" v="22"/>
        <pc:sldMkLst>
          <pc:docMk/>
          <pc:sldMk cId="2191354485" sldId="265"/>
        </pc:sldMkLst>
      </pc:sldChg>
      <pc:sldChg chg="modTransition">
        <pc:chgData name="Мехрдод Солихов" userId="1903d256b615c2df" providerId="Windows Live" clId="Web-{3EB4BDEE-072A-4012-BD87-093A0C2322F8}" dt="2025-12-13T03:35:56.465" v="24"/>
        <pc:sldMkLst>
          <pc:docMk/>
          <pc:sldMk cId="202728253" sldId="266"/>
        </pc:sldMkLst>
      </pc:sldChg>
      <pc:sldChg chg="modSp modTransition addAnim delAnim">
        <pc:chgData name="Мехрдод Солихов" userId="1903d256b615c2df" providerId="Windows Live" clId="Web-{3EB4BDEE-072A-4012-BD87-093A0C2322F8}" dt="2025-12-13T03:43:59.479" v="78" actId="20577"/>
        <pc:sldMkLst>
          <pc:docMk/>
          <pc:sldMk cId="1311095229" sldId="267"/>
        </pc:sldMkLst>
        <pc:spChg chg="mod">
          <ac:chgData name="Мехрдод Солихов" userId="1903d256b615c2df" providerId="Windows Live" clId="Web-{3EB4BDEE-072A-4012-BD87-093A0C2322F8}" dt="2025-12-13T03:43:59.479" v="78" actId="20577"/>
          <ac:spMkLst>
            <pc:docMk/>
            <pc:sldMk cId="1311095229" sldId="267"/>
            <ac:spMk id="31" creationId="{D9672441-CAEB-E123-98F9-409BAF4D9EAE}"/>
          </ac:spMkLst>
        </pc:spChg>
      </pc:sldChg>
      <pc:sldChg chg="addSp delSp modSp mod modTransition setBg addAnim delAnim">
        <pc:chgData name="Мехрдод Солихов" userId="1903d256b615c2df" providerId="Windows Live" clId="Web-{3EB4BDEE-072A-4012-BD87-093A0C2322F8}" dt="2025-12-13T03:44:17.839" v="83" actId="20577"/>
        <pc:sldMkLst>
          <pc:docMk/>
          <pc:sldMk cId="2581050123" sldId="268"/>
        </pc:sldMkLst>
        <pc:spChg chg="del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9" creationId="{21690D5C-18E0-3D9B-8115-49DF973227EF}"/>
          </ac:spMkLst>
        </pc:spChg>
        <pc:spChg chg="del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11" creationId="{2DDCF3D0-C53F-B54B-A691-F8247ACC3AE7}"/>
          </ac:spMkLst>
        </pc:spChg>
        <pc:spChg chg="del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17" creationId="{1B8625D9-C38D-F662-648A-960B9B77CEB7}"/>
          </ac:spMkLst>
        </pc:spChg>
        <pc:spChg chg="del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19" creationId="{26E8A33A-F787-7DA6-9109-E9FA7C1F72D7}"/>
          </ac:spMkLst>
        </pc:spChg>
        <pc:spChg chg="mod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21" creationId="{1AEB6B24-8A93-416A-1C46-2A12ADBCE629}"/>
          </ac:spMkLst>
        </pc:spChg>
        <pc:spChg chg="mod">
          <ac:chgData name="Мехрдод Солихов" userId="1903d256b615c2df" providerId="Windows Live" clId="Web-{3EB4BDEE-072A-4012-BD87-093A0C2322F8}" dt="2025-12-13T03:44:17.839" v="83" actId="20577"/>
          <ac:spMkLst>
            <pc:docMk/>
            <pc:sldMk cId="2581050123" sldId="268"/>
            <ac:spMk id="25" creationId="{F737F8B4-93EB-129E-8283-F54253E04344}"/>
          </ac:spMkLst>
        </pc:spChg>
        <pc:spChg chg="add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38" creationId="{EA4A294F-6D36-425B-8632-27FD6A284D09}"/>
          </ac:spMkLst>
        </pc:spChg>
        <pc:spChg chg="add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40" creationId="{3FECAD23-900F-4F1B-A441-6A68749F88D4}"/>
          </ac:spMkLst>
        </pc:spChg>
        <pc:spChg chg="add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44" creationId="{8A233090-6C39-4F59-8A0F-86F011A7EEEB}"/>
          </ac:spMkLst>
        </pc:spChg>
        <pc:spChg chg="add">
          <ac:chgData name="Мехрдод Солихов" userId="1903d256b615c2df" providerId="Windows Live" clId="Web-{3EB4BDEE-072A-4012-BD87-093A0C2322F8}" dt="2025-12-13T03:29:22.244" v="3"/>
          <ac:spMkLst>
            <pc:docMk/>
            <pc:sldMk cId="2581050123" sldId="268"/>
            <ac:spMk id="46" creationId="{484DCAA0-4BF1-4FB9-97BA-D6BA630419A0}"/>
          </ac:spMkLst>
        </pc:spChg>
        <pc:picChg chg="add mod">
          <ac:chgData name="Мехрдод Солихов" userId="1903d256b615c2df" providerId="Windows Live" clId="Web-{3EB4BDEE-072A-4012-BD87-093A0C2322F8}" dt="2025-12-13T03:29:16.885" v="2" actId="1076"/>
          <ac:picMkLst>
            <pc:docMk/>
            <pc:sldMk cId="2581050123" sldId="268"/>
            <ac:picMk id="2" creationId="{D0250A9E-7FAF-FF6E-2E2A-BC26F4382FC8}"/>
          </ac:picMkLst>
        </pc:picChg>
        <pc:picChg chg="del">
          <ac:chgData name="Мехрдод Солихов" userId="1903d256b615c2df" providerId="Windows Live" clId="Web-{3EB4BDEE-072A-4012-BD87-093A0C2322F8}" dt="2025-12-13T03:29:04.087" v="0"/>
          <ac:picMkLst>
            <pc:docMk/>
            <pc:sldMk cId="2581050123" sldId="268"/>
            <ac:picMk id="27" creationId="{793BAF4A-4741-947E-D535-50D17463CEF1}"/>
          </ac:picMkLst>
        </pc:picChg>
      </pc:sldChg>
    </pc:docChg>
  </pc:docChgLst>
  <pc:docChgLst>
    <pc:chgData name="Мехрдод Солихов" userId="1903d256b615c2df" providerId="Windows Live" clId="Web-{E945C758-043C-44AD-879A-BF7BE0994F50}"/>
    <pc:docChg chg="addSld modSld">
      <pc:chgData name="Мехрдод Солихов" userId="1903d256b615c2df" providerId="Windows Live" clId="Web-{E945C758-043C-44AD-879A-BF7BE0994F50}" dt="2025-12-12T19:37:13.984" v="729" actId="20577"/>
      <pc:docMkLst>
        <pc:docMk/>
      </pc:docMkLst>
      <pc:sldChg chg="addSp modSp mod setBg">
        <pc:chgData name="Мехрдод Солихов" userId="1903d256b615c2df" providerId="Windows Live" clId="Web-{E945C758-043C-44AD-879A-BF7BE0994F50}" dt="2025-12-12T19:00:29.474" v="144"/>
        <pc:sldMkLst>
          <pc:docMk/>
          <pc:sldMk cId="400645097" sldId="256"/>
        </pc:sldMkLst>
        <pc:spChg chg="mo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5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8" creationId="{00000000-0000-0000-0000-000000000000}"/>
          </ac:spMkLst>
        </pc:spChg>
        <pc:spChg chg="ad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13" creationId="{EC45AD9C-F21B-4046-AF68-07A246947920}"/>
          </ac:spMkLst>
        </pc:spChg>
        <pc:spChg chg="ad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19" creationId="{ABC72B1C-D4EE-45CF-A99C-0AD017C4167E}"/>
          </ac:spMkLst>
        </pc:spChg>
        <pc:spChg chg="ad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23" creationId="{A5B2FDF3-1FF8-4FBF-842A-4EA5719F3473}"/>
          </ac:spMkLst>
        </pc:spChg>
        <pc:spChg chg="add">
          <ac:chgData name="Мехрдод Солихов" userId="1903d256b615c2df" providerId="Windows Live" clId="Web-{E945C758-043C-44AD-879A-BF7BE0994F50}" dt="2025-12-12T19:00:29.474" v="144"/>
          <ac:spMkLst>
            <pc:docMk/>
            <pc:sldMk cId="400645097" sldId="256"/>
            <ac:spMk id="27" creationId="{DF550B33-5759-49FD-90FC-11EA4ED58187}"/>
          </ac:spMkLst>
        </pc:spChg>
        <pc:picChg chg="add">
          <ac:chgData name="Мехрдод Солихов" userId="1903d256b615c2df" providerId="Windows Live" clId="Web-{E945C758-043C-44AD-879A-BF7BE0994F50}" dt="2025-12-12T19:00:29.474" v="144"/>
          <ac:picMkLst>
            <pc:docMk/>
            <pc:sldMk cId="400645097" sldId="256"/>
            <ac:picMk id="15" creationId="{85F5BD6E-AB48-4A2D-AA03-D787D54FAF0E}"/>
          </ac:picMkLst>
        </pc:picChg>
        <pc:picChg chg="add">
          <ac:chgData name="Мехрдод Солихов" userId="1903d256b615c2df" providerId="Windows Live" clId="Web-{E945C758-043C-44AD-879A-BF7BE0994F50}" dt="2025-12-12T19:00:29.474" v="144"/>
          <ac:picMkLst>
            <pc:docMk/>
            <pc:sldMk cId="400645097" sldId="256"/>
            <ac:picMk id="17" creationId="{3221115A-B66A-4D35-9D9F-97A91D887F0A}"/>
          </ac:picMkLst>
        </pc:picChg>
        <pc:picChg chg="add">
          <ac:chgData name="Мехрдод Солихов" userId="1903d256b615c2df" providerId="Windows Live" clId="Web-{E945C758-043C-44AD-879A-BF7BE0994F50}" dt="2025-12-12T19:00:29.474" v="144"/>
          <ac:picMkLst>
            <pc:docMk/>
            <pc:sldMk cId="400645097" sldId="256"/>
            <ac:picMk id="21" creationId="{38AB44AF-E52F-46C5-8C2C-8487AC8B1B65}"/>
          </ac:picMkLst>
        </pc:picChg>
        <pc:picChg chg="add">
          <ac:chgData name="Мехрдод Солихов" userId="1903d256b615c2df" providerId="Windows Live" clId="Web-{E945C758-043C-44AD-879A-BF7BE0994F50}" dt="2025-12-12T19:00:29.474" v="144"/>
          <ac:picMkLst>
            <pc:docMk/>
            <pc:sldMk cId="400645097" sldId="256"/>
            <ac:picMk id="25" creationId="{6389DEC8-49B8-4778-BB47-FF48E8C5B6CF}"/>
          </ac:picMkLst>
        </pc:picChg>
      </pc:sldChg>
      <pc:sldChg chg="modSp">
        <pc:chgData name="Мехрдод Солихов" userId="1903d256b615c2df" providerId="Windows Live" clId="Web-{E945C758-043C-44AD-879A-BF7BE0994F50}" dt="2025-12-12T19:01:05.412" v="157" actId="20577"/>
        <pc:sldMkLst>
          <pc:docMk/>
          <pc:sldMk cId="991811243" sldId="257"/>
        </pc:sldMkLst>
        <pc:spChg chg="mod">
          <ac:chgData name="Мехрдод Солихов" userId="1903d256b615c2df" providerId="Windows Live" clId="Web-{E945C758-043C-44AD-879A-BF7BE0994F50}" dt="2025-12-12T19:01:05.412" v="157" actId="20577"/>
          <ac:spMkLst>
            <pc:docMk/>
            <pc:sldMk cId="991811243" sldId="257"/>
            <ac:spMk id="10" creationId="{00000000-0000-0000-0000-000000000000}"/>
          </ac:spMkLst>
        </pc:spChg>
      </pc:sldChg>
      <pc:sldChg chg="addSp delSp modSp">
        <pc:chgData name="Мехрдод Солихов" userId="1903d256b615c2df" providerId="Windows Live" clId="Web-{E945C758-043C-44AD-879A-BF7BE0994F50}" dt="2025-12-12T19:29:53.537" v="721" actId="1076"/>
        <pc:sldMkLst>
          <pc:docMk/>
          <pc:sldMk cId="3890871816" sldId="258"/>
        </pc:sldMkLst>
        <pc:spChg chg="mod">
          <ac:chgData name="Мехрдод Солихов" userId="1903d256b615c2df" providerId="Windows Live" clId="Web-{E945C758-043C-44AD-879A-BF7BE0994F50}" dt="2025-12-12T19:00:09.693" v="143" actId="20577"/>
          <ac:spMkLst>
            <pc:docMk/>
            <pc:sldMk cId="3890871816" sldId="258"/>
            <ac:spMk id="3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24:44.429" v="649"/>
          <ac:spMkLst>
            <pc:docMk/>
            <pc:sldMk cId="3890871816" sldId="258"/>
            <ac:spMk id="6" creationId="{00000000-0000-0000-0000-000000000000}"/>
          </ac:spMkLst>
        </pc:spChg>
        <pc:spChg chg="add del mod">
          <ac:chgData name="Мехрдод Солихов" userId="1903d256b615c2df" providerId="Windows Live" clId="Web-{E945C758-043C-44AD-879A-BF7BE0994F50}" dt="2025-12-12T19:24:44.679" v="651"/>
          <ac:spMkLst>
            <pc:docMk/>
            <pc:sldMk cId="3890871816" sldId="258"/>
            <ac:spMk id="7" creationId="{91A4B8F5-6A68-7F23-5C9D-F12DBEA156B8}"/>
          </ac:spMkLst>
        </pc:spChg>
        <pc:spChg chg="add del mod">
          <ac:chgData name="Мехрдод Солихов" userId="1903d256b615c2df" providerId="Windows Live" clId="Web-{E945C758-043C-44AD-879A-BF7BE0994F50}" dt="2025-12-12T19:24:47.507" v="657"/>
          <ac:spMkLst>
            <pc:docMk/>
            <pc:sldMk cId="3890871816" sldId="258"/>
            <ac:spMk id="8" creationId="{284A549C-A24E-AF1D-145C-DD663E206385}"/>
          </ac:spMkLst>
        </pc:spChg>
        <pc:spChg chg="del">
          <ac:chgData name="Мехрдод Солихов" userId="1903d256b615c2df" providerId="Windows Live" clId="Web-{E945C758-043C-44AD-879A-BF7BE0994F50}" dt="2025-12-12T19:22:39.896" v="581"/>
          <ac:spMkLst>
            <pc:docMk/>
            <pc:sldMk cId="3890871816" sldId="258"/>
            <ac:spMk id="9" creationId="{00000000-0000-0000-0000-000000000000}"/>
          </ac:spMkLst>
        </pc:spChg>
        <pc:spChg chg="add del mod">
          <ac:chgData name="Мехрдод Солихов" userId="1903d256b615c2df" providerId="Windows Live" clId="Web-{E945C758-043C-44AD-879A-BF7BE0994F50}" dt="2025-12-12T19:25:05.070" v="667"/>
          <ac:spMkLst>
            <pc:docMk/>
            <pc:sldMk cId="3890871816" sldId="258"/>
            <ac:spMk id="10" creationId="{1CD6A0B9-43B0-F7E9-6AE5-238291BE74B9}"/>
          </ac:spMkLst>
        </pc:spChg>
        <pc:spChg chg="add del">
          <ac:chgData name="Мехрдод Солихов" userId="1903d256b615c2df" providerId="Windows Live" clId="Web-{E945C758-043C-44AD-879A-BF7BE0994F50}" dt="2025-12-12T19:24:44.429" v="648"/>
          <ac:spMkLst>
            <pc:docMk/>
            <pc:sldMk cId="3890871816" sldId="258"/>
            <ac:spMk id="11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27:03.387" v="711"/>
          <ac:spMkLst>
            <pc:docMk/>
            <pc:sldMk cId="3890871816" sldId="258"/>
            <ac:spMk id="12" creationId="{A2A19AB8-7837-1575-C0FC-F1F05E162D11}"/>
          </ac:spMkLst>
        </pc:spChg>
        <pc:spChg chg="add del">
          <ac:chgData name="Мехрдод Солихов" userId="1903d256b615c2df" providerId="Windows Live" clId="Web-{E945C758-043C-44AD-879A-BF7BE0994F50}" dt="2025-12-12T19:24:44.429" v="647"/>
          <ac:spMkLst>
            <pc:docMk/>
            <pc:sldMk cId="3890871816" sldId="258"/>
            <ac:spMk id="13" creationId="{00000000-0000-0000-0000-000000000000}"/>
          </ac:spMkLst>
        </pc:spChg>
        <pc:spChg chg="add del mod">
          <ac:chgData name="Мехрдод Солихов" userId="1903d256b615c2df" providerId="Windows Live" clId="Web-{E945C758-043C-44AD-879A-BF7BE0994F50}" dt="2025-12-12T19:24:44.429" v="646"/>
          <ac:spMkLst>
            <pc:docMk/>
            <pc:sldMk cId="3890871816" sldId="258"/>
            <ac:spMk id="14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24:44.429" v="650"/>
          <ac:spMkLst>
            <pc:docMk/>
            <pc:sldMk cId="3890871816" sldId="258"/>
            <ac:spMk id="15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27:03.387" v="710"/>
          <ac:spMkLst>
            <pc:docMk/>
            <pc:sldMk cId="3890871816" sldId="258"/>
            <ac:spMk id="16" creationId="{29C6F64C-8EC1-84E4-F62F-BEAA843C1840}"/>
          </ac:spMkLst>
        </pc:spChg>
        <pc:spChg chg="add del">
          <ac:chgData name="Мехрдод Солихов" userId="1903d256b615c2df" providerId="Windows Live" clId="Web-{E945C758-043C-44AD-879A-BF7BE0994F50}" dt="2025-12-12T19:27:03.387" v="709"/>
          <ac:spMkLst>
            <pc:docMk/>
            <pc:sldMk cId="3890871816" sldId="258"/>
            <ac:spMk id="17" creationId="{C084179D-2F4A-3AF2-50F8-7E5A1CFA8238}"/>
          </ac:spMkLst>
        </pc:spChg>
        <pc:spChg chg="add del">
          <ac:chgData name="Мехрдод Солихов" userId="1903d256b615c2df" providerId="Windows Live" clId="Web-{E945C758-043C-44AD-879A-BF7BE0994F50}" dt="2025-12-12T19:27:03.387" v="708"/>
          <ac:spMkLst>
            <pc:docMk/>
            <pc:sldMk cId="3890871816" sldId="258"/>
            <ac:spMk id="18" creationId="{9F813F9F-7147-2FB7-B8D8-80795FAB459F}"/>
          </ac:spMkLst>
        </pc:spChg>
        <pc:spChg chg="add del">
          <ac:chgData name="Мехрдод Солихов" userId="1903d256b615c2df" providerId="Windows Live" clId="Web-{E945C758-043C-44AD-879A-BF7BE0994F50}" dt="2025-12-12T19:27:03.387" v="707"/>
          <ac:spMkLst>
            <pc:docMk/>
            <pc:sldMk cId="3890871816" sldId="258"/>
            <ac:spMk id="19" creationId="{A019E103-543F-F960-E358-7570F416608D}"/>
          </ac:spMkLst>
        </pc:spChg>
        <pc:spChg chg="add del">
          <ac:chgData name="Мехрдод Солихов" userId="1903d256b615c2df" providerId="Windows Live" clId="Web-{E945C758-043C-44AD-879A-BF7BE0994F50}" dt="2025-12-12T19:25:39.164" v="672"/>
          <ac:spMkLst>
            <pc:docMk/>
            <pc:sldMk cId="3890871816" sldId="258"/>
            <ac:spMk id="21" creationId="{08C19153-8DA4-AD61-2D27-C7DFF04C75C8}"/>
          </ac:spMkLst>
        </pc:spChg>
        <pc:spChg chg="add del">
          <ac:chgData name="Мехрдод Солихов" userId="1903d256b615c2df" providerId="Windows Live" clId="Web-{E945C758-043C-44AD-879A-BF7BE0994F50}" dt="2025-12-12T19:25:39.164" v="672"/>
          <ac:spMkLst>
            <pc:docMk/>
            <pc:sldMk cId="3890871816" sldId="258"/>
            <ac:spMk id="22" creationId="{46BFD06A-A9E3-EE30-0D13-6625B261FFA8}"/>
          </ac:spMkLst>
        </pc:spChg>
        <pc:spChg chg="add del">
          <ac:chgData name="Мехрдод Солихов" userId="1903d256b615c2df" providerId="Windows Live" clId="Web-{E945C758-043C-44AD-879A-BF7BE0994F50}" dt="2025-12-12T19:25:39.164" v="672"/>
          <ac:spMkLst>
            <pc:docMk/>
            <pc:sldMk cId="3890871816" sldId="258"/>
            <ac:spMk id="23" creationId="{4348CA63-EF24-9C96-B2F1-382DEC6FED1E}"/>
          </ac:spMkLst>
        </pc:spChg>
        <pc:spChg chg="add del">
          <ac:chgData name="Мехрдод Солихов" userId="1903d256b615c2df" providerId="Windows Live" clId="Web-{E945C758-043C-44AD-879A-BF7BE0994F50}" dt="2025-12-12T19:25:39.164" v="672"/>
          <ac:spMkLst>
            <pc:docMk/>
            <pc:sldMk cId="3890871816" sldId="258"/>
            <ac:spMk id="24" creationId="{67F425FB-187D-4920-FFCC-FF54357F918D}"/>
          </ac:spMkLst>
        </pc:spChg>
        <pc:spChg chg="add del">
          <ac:chgData name="Мехрдод Солихов" userId="1903d256b615c2df" providerId="Windows Live" clId="Web-{E945C758-043C-44AD-879A-BF7BE0994F50}" dt="2025-12-12T19:25:39.164" v="672"/>
          <ac:spMkLst>
            <pc:docMk/>
            <pc:sldMk cId="3890871816" sldId="258"/>
            <ac:spMk id="25" creationId="{52A50CC3-78B1-3B48-130B-6B6B2C4B3928}"/>
          </ac:spMkLst>
        </pc:spChg>
        <pc:spChg chg="add mod">
          <ac:chgData name="Мехрдод Солихов" userId="1903d256b615c2df" providerId="Windows Live" clId="Web-{E945C758-043C-44AD-879A-BF7BE0994F50}" dt="2025-12-12T19:29:53.537" v="721" actId="1076"/>
          <ac:spMkLst>
            <pc:docMk/>
            <pc:sldMk cId="3890871816" sldId="258"/>
            <ac:spMk id="27" creationId="{1ADC66EF-B3C0-4236-9BBB-BC4060C38D26}"/>
          </ac:spMkLst>
        </pc:spChg>
        <pc:picChg chg="add del mod">
          <ac:chgData name="Мехрдод Солихов" userId="1903d256b615c2df" providerId="Windows Live" clId="Web-{E945C758-043C-44AD-879A-BF7BE0994F50}" dt="2025-12-12T19:24:48.132" v="660"/>
          <ac:picMkLst>
            <pc:docMk/>
            <pc:sldMk cId="3890871816" sldId="258"/>
            <ac:picMk id="4" creationId="{750319DB-7055-A16F-9F3A-21697EA68AE6}"/>
          </ac:picMkLst>
        </pc:picChg>
        <pc:picChg chg="add mod">
          <ac:chgData name="Мехрдод Солихов" userId="1903d256b615c2df" providerId="Windows Live" clId="Web-{E945C758-043C-44AD-879A-BF7BE0994F50}" dt="2025-12-12T19:25:43.696" v="674" actId="1076"/>
          <ac:picMkLst>
            <pc:docMk/>
            <pc:sldMk cId="3890871816" sldId="258"/>
            <ac:picMk id="20" creationId="{06CAAB04-84B7-B677-00A2-CCBD46DAB210}"/>
          </ac:picMkLst>
        </pc:picChg>
      </pc:sldChg>
      <pc:sldChg chg="addSp delSp modSp">
        <pc:chgData name="Мехрдод Солихов" userId="1903d256b615c2df" providerId="Windows Live" clId="Web-{E945C758-043C-44AD-879A-BF7BE0994F50}" dt="2025-12-12T19:03:45.930" v="166" actId="1076"/>
        <pc:sldMkLst>
          <pc:docMk/>
          <pc:sldMk cId="463357489" sldId="259"/>
        </pc:sldMkLst>
        <pc:picChg chg="del">
          <ac:chgData name="Мехрдод Солихов" userId="1903d256b615c2df" providerId="Windows Live" clId="Web-{E945C758-043C-44AD-879A-BF7BE0994F50}" dt="2025-12-12T19:03:12.680" v="158"/>
          <ac:picMkLst>
            <pc:docMk/>
            <pc:sldMk cId="463357489" sldId="259"/>
            <ac:picMk id="9" creationId="{00000000-0000-0000-0000-000000000000}"/>
          </ac:picMkLst>
        </pc:picChg>
        <pc:picChg chg="add mod">
          <ac:chgData name="Мехрдод Солихов" userId="1903d256b615c2df" providerId="Windows Live" clId="Web-{E945C758-043C-44AD-879A-BF7BE0994F50}" dt="2025-12-12T19:03:45.930" v="166" actId="1076"/>
          <ac:picMkLst>
            <pc:docMk/>
            <pc:sldMk cId="463357489" sldId="259"/>
            <ac:picMk id="12" creationId="{7D1D7D83-7EA5-920A-29AB-486BAA4B9720}"/>
          </ac:picMkLst>
        </pc:picChg>
      </pc:sldChg>
      <pc:sldChg chg="addSp delSp modSp mod setBg setClrOvrMap">
        <pc:chgData name="Мехрдод Солихов" userId="1903d256b615c2df" providerId="Windows Live" clId="Web-{E945C758-043C-44AD-879A-BF7BE0994F50}" dt="2025-12-12T19:04:32.837" v="179"/>
        <pc:sldMkLst>
          <pc:docMk/>
          <pc:sldMk cId="2408234558" sldId="261"/>
        </pc:sldMkLst>
        <pc:spChg chg="mod or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3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4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15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7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9" creationId="{F4979F40-3A44-4CCB-9EB7-F8318BCE576B}"/>
          </ac:spMkLst>
        </pc:spChg>
        <pc:spChg chg="add del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23" creationId="{AFD071FA-0514-4371-9568-86216A1F4658}"/>
          </ac:spMkLst>
        </pc:spChg>
        <pc:spChg chg="add del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25" creationId="{5211DDA4-E7B5-4325-A844-B7F59B084BA7}"/>
          </ac:spMkLst>
        </pc:spChg>
        <pc:spChg chg="add del">
          <ac:chgData name="Мехрдод Солихов" userId="1903d256b615c2df" providerId="Windows Live" clId="Web-{E945C758-043C-44AD-879A-BF7BE0994F50}" dt="2025-12-12T19:04:14.274" v="168"/>
          <ac:spMkLst>
            <pc:docMk/>
            <pc:sldMk cId="2408234558" sldId="261"/>
            <ac:spMk id="38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04:14.274" v="168"/>
          <ac:spMkLst>
            <pc:docMk/>
            <pc:sldMk cId="2408234558" sldId="261"/>
            <ac:spMk id="40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04:14.274" v="168"/>
          <ac:spMkLst>
            <pc:docMk/>
            <pc:sldMk cId="2408234558" sldId="261"/>
            <ac:spMk id="42" creationId="{E4055289-E0C6-4BD3-83C1-D3C3059323A2}"/>
          </ac:spMkLst>
        </pc:spChg>
        <pc:spChg chg="add del">
          <ac:chgData name="Мехрдод Солихов" userId="1903d256b615c2df" providerId="Windows Live" clId="Web-{E945C758-043C-44AD-879A-BF7BE0994F50}" dt="2025-12-12T19:04:14.274" v="168"/>
          <ac:spMkLst>
            <pc:docMk/>
            <pc:sldMk cId="2408234558" sldId="261"/>
            <ac:spMk id="44" creationId="{3D0E302E-D9CD-4301-A67C-2F0F43791D81}"/>
          </ac:spMkLst>
        </pc:spChg>
        <pc:spChg chg="add del">
          <ac:chgData name="Мехрдод Солихов" userId="1903d256b615c2df" providerId="Windows Live" clId="Web-{E945C758-043C-44AD-879A-BF7BE0994F50}" dt="2025-12-12T19:04:14.274" v="168"/>
          <ac:spMkLst>
            <pc:docMk/>
            <pc:sldMk cId="2408234558" sldId="261"/>
            <ac:spMk id="48" creationId="{35174CBE-3C8C-4936-BADC-26BFB4F07FA9}"/>
          </ac:spMkLst>
        </pc:spChg>
        <pc:spChg chg="add del">
          <ac:chgData name="Мехрдод Солихов" userId="1903d256b615c2df" providerId="Windows Live" clId="Web-{E945C758-043C-44AD-879A-BF7BE0994F50}" dt="2025-12-12T19:04:17.259" v="170"/>
          <ac:spMkLst>
            <pc:docMk/>
            <pc:sldMk cId="2408234558" sldId="261"/>
            <ac:spMk id="57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04:17.259" v="170"/>
          <ac:spMkLst>
            <pc:docMk/>
            <pc:sldMk cId="2408234558" sldId="261"/>
            <ac:spMk id="58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04:17.259" v="170"/>
          <ac:spMkLst>
            <pc:docMk/>
            <pc:sldMk cId="2408234558" sldId="261"/>
            <ac:spMk id="61" creationId="{13BC1C09-8FD1-4619-B317-E9EED5E55DD8}"/>
          </ac:spMkLst>
        </pc:spChg>
        <pc:spChg chg="add del">
          <ac:chgData name="Мехрдод Солихов" userId="1903d256b615c2df" providerId="Windows Live" clId="Web-{E945C758-043C-44AD-879A-BF7BE0994F50}" dt="2025-12-12T19:04:22.556" v="172"/>
          <ac:spMkLst>
            <pc:docMk/>
            <pc:sldMk cId="2408234558" sldId="261"/>
            <ac:spMk id="67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04:22.556" v="172"/>
          <ac:spMkLst>
            <pc:docMk/>
            <pc:sldMk cId="2408234558" sldId="261"/>
            <ac:spMk id="68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04:22.556" v="172"/>
          <ac:spMkLst>
            <pc:docMk/>
            <pc:sldMk cId="2408234558" sldId="261"/>
            <ac:spMk id="71" creationId="{C493E730-2044-49B5-A022-B8D6F359343E}"/>
          </ac:spMkLst>
        </pc:spChg>
        <pc:spChg chg="add del">
          <ac:chgData name="Мехрдод Солихов" userId="1903d256b615c2df" providerId="Windows Live" clId="Web-{E945C758-043C-44AD-879A-BF7BE0994F50}" dt="2025-12-12T19:04:25.540" v="174"/>
          <ac:spMkLst>
            <pc:docMk/>
            <pc:sldMk cId="2408234558" sldId="261"/>
            <ac:spMk id="77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4:25.540" v="174"/>
          <ac:spMkLst>
            <pc:docMk/>
            <pc:sldMk cId="2408234558" sldId="261"/>
            <ac:spMk id="78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4:25.540" v="174"/>
          <ac:spMkLst>
            <pc:docMk/>
            <pc:sldMk cId="2408234558" sldId="261"/>
            <ac:spMk id="81" creationId="{D0D98427-7B26-46E2-93FE-CB8CD38542AE}"/>
          </ac:spMkLst>
        </pc:spChg>
        <pc:spChg chg="add del">
          <ac:chgData name="Мехрдод Солихов" userId="1903d256b615c2df" providerId="Windows Live" clId="Web-{E945C758-043C-44AD-879A-BF7BE0994F50}" dt="2025-12-12T19:04:25.540" v="174"/>
          <ac:spMkLst>
            <pc:docMk/>
            <pc:sldMk cId="2408234558" sldId="261"/>
            <ac:spMk id="82" creationId="{B15A4233-F980-4EF6-B2C0-D7C63E752ADF}"/>
          </ac:spMkLst>
        </pc:spChg>
        <pc:spChg chg="add del">
          <ac:chgData name="Мехрдод Солихов" userId="1903d256b615c2df" providerId="Windows Live" clId="Web-{E945C758-043C-44AD-879A-BF7BE0994F50}" dt="2025-12-12T19:04:29.884" v="176"/>
          <ac:spMkLst>
            <pc:docMk/>
            <pc:sldMk cId="2408234558" sldId="261"/>
            <ac:spMk id="89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4:29.884" v="176"/>
          <ac:spMkLst>
            <pc:docMk/>
            <pc:sldMk cId="2408234558" sldId="261"/>
            <ac:spMk id="90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4:29.884" v="176"/>
          <ac:spMkLst>
            <pc:docMk/>
            <pc:sldMk cId="2408234558" sldId="261"/>
            <ac:spMk id="91" creationId="{C610D2AE-07EF-436A-9755-AA8DF4B933A4}"/>
          </ac:spMkLst>
        </pc:spChg>
        <pc:spChg chg="add del">
          <ac:chgData name="Мехрдод Солихов" userId="1903d256b615c2df" providerId="Windows Live" clId="Web-{E945C758-043C-44AD-879A-BF7BE0994F50}" dt="2025-12-12T19:04:29.884" v="176"/>
          <ac:spMkLst>
            <pc:docMk/>
            <pc:sldMk cId="2408234558" sldId="261"/>
            <ac:spMk id="93" creationId="{CF2D8AD5-434A-4C0E-9F5B-C1AFD645F364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99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100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101" creationId="{F4979F40-3A44-4CCB-9EB7-F8318BCE576B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103" creationId="{AFD071FA-0514-4371-9568-86216A1F4658}"/>
          </ac:spMkLst>
        </pc:spChg>
        <pc:spChg chg="add del">
          <ac:chgData name="Мехрдод Солихов" userId="1903d256b615c2df" providerId="Windows Live" clId="Web-{E945C758-043C-44AD-879A-BF7BE0994F50}" dt="2025-12-12T19:04:32.806" v="178"/>
          <ac:spMkLst>
            <pc:docMk/>
            <pc:sldMk cId="2408234558" sldId="261"/>
            <ac:spMk id="104" creationId="{5211DDA4-E7B5-4325-A844-B7F59B084BA7}"/>
          </ac:spMkLst>
        </pc:spChg>
        <pc:spChg chg="ad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11" creationId="{EA4A294F-6D36-425B-8632-27FD6A284D09}"/>
          </ac:spMkLst>
        </pc:spChg>
        <pc:spChg chg="ad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12" creationId="{3FECAD23-900F-4F1B-A441-6A68749F88D4}"/>
          </ac:spMkLst>
        </pc:spChg>
        <pc:spChg chg="ad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14" creationId="{8A233090-6C39-4F59-8A0F-86F011A7EEEB}"/>
          </ac:spMkLst>
        </pc:spChg>
        <pc:spChg chg="add">
          <ac:chgData name="Мехрдод Солихов" userId="1903d256b615c2df" providerId="Windows Live" clId="Web-{E945C758-043C-44AD-879A-BF7BE0994F50}" dt="2025-12-12T19:04:32.837" v="179"/>
          <ac:spMkLst>
            <pc:docMk/>
            <pc:sldMk cId="2408234558" sldId="261"/>
            <ac:spMk id="115" creationId="{484DCAA0-4BF1-4FB9-97BA-D6BA630419A0}"/>
          </ac:spMkLst>
        </pc:spChg>
        <pc:picChg chg="add mod">
          <ac:chgData name="Мехрдод Солихов" userId="1903d256b615c2df" providerId="Windows Live" clId="Web-{E945C758-043C-44AD-879A-BF7BE0994F50}" dt="2025-12-12T18:59:37.629" v="141"/>
          <ac:picMkLst>
            <pc:docMk/>
            <pc:sldMk cId="2408234558" sldId="261"/>
            <ac:picMk id="2" creationId="{ED2B8075-7DD0-564A-9C52-DD660A84B3EC}"/>
          </ac:picMkLst>
        </pc:picChg>
        <pc:picChg chg="del">
          <ac:chgData name="Мехрдод Солихов" userId="1903d256b615c2df" providerId="Windows Live" clId="Web-{E945C758-043C-44AD-879A-BF7BE0994F50}" dt="2025-12-12T18:59:15.098" v="138"/>
          <ac:picMkLst>
            <pc:docMk/>
            <pc:sldMk cId="2408234558" sldId="261"/>
            <ac:picMk id="5" creationId="{00000000-0000-0000-0000-000000000000}"/>
          </ac:picMkLst>
        </pc:picChg>
        <pc:picChg chg="del">
          <ac:chgData name="Мехрдод Солихов" userId="1903d256b615c2df" providerId="Windows Live" clId="Web-{E945C758-043C-44AD-879A-BF7BE0994F50}" dt="2025-12-12T18:59:12.879" v="137"/>
          <ac:picMkLst>
            <pc:docMk/>
            <pc:sldMk cId="2408234558" sldId="261"/>
            <ac:picMk id="6" creationId="{00000000-0000-0000-0000-000000000000}"/>
          </ac:picMkLst>
        </pc:picChg>
        <pc:picChg chg="add">
          <ac:chgData name="Мехрдод Солихов" userId="1903d256b615c2df" providerId="Windows Live" clId="Web-{E945C758-043C-44AD-879A-BF7BE0994F50}" dt="2025-12-12T18:59:37.629" v="141"/>
          <ac:picMkLst>
            <pc:docMk/>
            <pc:sldMk cId="2408234558" sldId="261"/>
            <ac:picMk id="13" creationId="{F3A6C14C-E755-4A02-821B-6EA2D4C9F20D}"/>
          </ac:picMkLst>
        </pc:picChg>
        <pc:picChg chg="add">
          <ac:chgData name="Мехрдод Солихов" userId="1903d256b615c2df" providerId="Windows Live" clId="Web-{E945C758-043C-44AD-879A-BF7BE0994F50}" dt="2025-12-12T18:59:37.629" v="141"/>
          <ac:picMkLst>
            <pc:docMk/>
            <pc:sldMk cId="2408234558" sldId="261"/>
            <ac:picMk id="21" creationId="{15291D39-6B03-4BB5-BFC6-CBF11E90BFD6}"/>
          </ac:picMkLst>
        </pc:picChg>
      </pc:sldChg>
      <pc:sldChg chg="addSp delSp modSp mod setBg">
        <pc:chgData name="Мехрдод Солихов" userId="1903d256b615c2df" providerId="Windows Live" clId="Web-{E945C758-043C-44AD-879A-BF7BE0994F50}" dt="2025-12-12T18:59:09.238" v="136" actId="20577"/>
        <pc:sldMkLst>
          <pc:docMk/>
          <pc:sldMk cId="1637526342" sldId="262"/>
        </pc:sldMkLst>
        <pc:spChg chg="mod">
          <ac:chgData name="Мехрдод Солихов" userId="1903d256b615c2df" providerId="Windows Live" clId="Web-{E945C758-043C-44AD-879A-BF7BE0994F50}" dt="2025-12-12T18:53:18.286" v="11"/>
          <ac:spMkLst>
            <pc:docMk/>
            <pc:sldMk cId="1637526342" sldId="262"/>
            <ac:spMk id="3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8:59:09.238" v="136" actId="20577"/>
          <ac:spMkLst>
            <pc:docMk/>
            <pc:sldMk cId="1637526342" sldId="262"/>
            <ac:spMk id="4" creationId="{00000000-0000-0000-0000-000000000000}"/>
          </ac:spMkLst>
        </pc:spChg>
        <pc:spChg chg="add">
          <ac:chgData name="Мехрдод Солихов" userId="1903d256b615c2df" providerId="Windows Live" clId="Web-{E945C758-043C-44AD-879A-BF7BE0994F50}" dt="2025-12-12T18:53:18.286" v="11"/>
          <ac:spMkLst>
            <pc:docMk/>
            <pc:sldMk cId="1637526342" sldId="262"/>
            <ac:spMk id="18" creationId="{FC563705-9678-4052-A909-B5114B9A20BD}"/>
          </ac:spMkLst>
        </pc:spChg>
        <pc:spChg chg="add">
          <ac:chgData name="Мехрдод Солихов" userId="1903d256b615c2df" providerId="Windows Live" clId="Web-{E945C758-043C-44AD-879A-BF7BE0994F50}" dt="2025-12-12T18:53:18.286" v="11"/>
          <ac:spMkLst>
            <pc:docMk/>
            <pc:sldMk cId="1637526342" sldId="262"/>
            <ac:spMk id="20" creationId="{22FEEF27-DE57-43BD-AD75-1F367403B6D4}"/>
          </ac:spMkLst>
        </pc:spChg>
        <pc:spChg chg="add">
          <ac:chgData name="Мехрдод Солихов" userId="1903d256b615c2df" providerId="Windows Live" clId="Web-{E945C758-043C-44AD-879A-BF7BE0994F50}" dt="2025-12-12T18:53:18.286" v="11"/>
          <ac:spMkLst>
            <pc:docMk/>
            <pc:sldMk cId="1637526342" sldId="262"/>
            <ac:spMk id="22" creationId="{CCA8E4C0-5A30-4755-B155-08BB36C8E2BD}"/>
          </ac:spMkLst>
        </pc:spChg>
        <pc:spChg chg="add">
          <ac:chgData name="Мехрдод Солихов" userId="1903d256b615c2df" providerId="Windows Live" clId="Web-{E945C758-043C-44AD-879A-BF7BE0994F50}" dt="2025-12-12T18:53:18.286" v="11"/>
          <ac:spMkLst>
            <pc:docMk/>
            <pc:sldMk cId="1637526342" sldId="262"/>
            <ac:spMk id="24" creationId="{375042C6-6A6E-4F79-A746-797431EA8316}"/>
          </ac:spMkLst>
        </pc:spChg>
        <pc:picChg chg="del">
          <ac:chgData name="Мехрдод Солихов" userId="1903d256b615c2df" providerId="Windows Live" clId="Web-{E945C758-043C-44AD-879A-BF7BE0994F50}" dt="2025-12-12T18:52:19.672" v="6"/>
          <ac:picMkLst>
            <pc:docMk/>
            <pc:sldMk cId="1637526342" sldId="262"/>
            <ac:picMk id="2" creationId="{00000000-0000-0000-0000-000000000000}"/>
          </ac:picMkLst>
        </pc:picChg>
        <pc:picChg chg="del">
          <ac:chgData name="Мехрдод Солихов" userId="1903d256b615c2df" providerId="Windows Live" clId="Web-{E945C758-043C-44AD-879A-BF7BE0994F50}" dt="2025-12-12T18:52:22.735" v="7"/>
          <ac:picMkLst>
            <pc:docMk/>
            <pc:sldMk cId="1637526342" sldId="262"/>
            <ac:picMk id="5" creationId="{00000000-0000-0000-0000-000000000000}"/>
          </ac:picMkLst>
        </pc:picChg>
        <pc:picChg chg="add mod">
          <ac:chgData name="Мехрдод Солихов" userId="1903d256b615c2df" providerId="Windows Live" clId="Web-{E945C758-043C-44AD-879A-BF7BE0994F50}" dt="2025-12-12T18:52:39.361" v="9" actId="1076"/>
          <ac:picMkLst>
            <pc:docMk/>
            <pc:sldMk cId="1637526342" sldId="262"/>
            <ac:picMk id="6" creationId="{6EA317E6-C4E4-F73C-75C5-3B68796445C7}"/>
          </ac:picMkLst>
        </pc:picChg>
        <pc:picChg chg="add mod">
          <ac:chgData name="Мехрдод Солихов" userId="1903d256b615c2df" providerId="Windows Live" clId="Web-{E945C758-043C-44AD-879A-BF7BE0994F50}" dt="2025-12-12T18:53:18.286" v="11"/>
          <ac:picMkLst>
            <pc:docMk/>
            <pc:sldMk cId="1637526342" sldId="262"/>
            <ac:picMk id="7" creationId="{F105C9D9-0B64-5F26-299F-E4DE07EFB150}"/>
          </ac:picMkLst>
        </pc:picChg>
        <pc:picChg chg="add">
          <ac:chgData name="Мехрдод Солихов" userId="1903d256b615c2df" providerId="Windows Live" clId="Web-{E945C758-043C-44AD-879A-BF7BE0994F50}" dt="2025-12-12T18:53:18.286" v="11"/>
          <ac:picMkLst>
            <pc:docMk/>
            <pc:sldMk cId="1637526342" sldId="262"/>
            <ac:picMk id="12" creationId="{01A3CA1B-1530-4046-A299-90F41FE7FBFA}"/>
          </ac:picMkLst>
        </pc:picChg>
        <pc:picChg chg="add">
          <ac:chgData name="Мехрдод Солихов" userId="1903d256b615c2df" providerId="Windows Live" clId="Web-{E945C758-043C-44AD-879A-BF7BE0994F50}" dt="2025-12-12T18:53:18.286" v="11"/>
          <ac:picMkLst>
            <pc:docMk/>
            <pc:sldMk cId="1637526342" sldId="262"/>
            <ac:picMk id="14" creationId="{126A6064-3EEB-4D82-B8AB-85EC8287EF25}"/>
          </ac:picMkLst>
        </pc:picChg>
        <pc:picChg chg="add">
          <ac:chgData name="Мехрдод Солихов" userId="1903d256b615c2df" providerId="Windows Live" clId="Web-{E945C758-043C-44AD-879A-BF7BE0994F50}" dt="2025-12-12T18:53:18.286" v="11"/>
          <ac:picMkLst>
            <pc:docMk/>
            <pc:sldMk cId="1637526342" sldId="262"/>
            <ac:picMk id="16" creationId="{70EB3F8A-0655-4D47-B546-F7EC731E02CF}"/>
          </ac:picMkLst>
        </pc:picChg>
      </pc:sldChg>
      <pc:sldChg chg="addSp delSp modSp">
        <pc:chgData name="Мехрдод Солихов" userId="1903d256b615c2df" providerId="Windows Live" clId="Web-{E945C758-043C-44AD-879A-BF7BE0994F50}" dt="2025-12-12T19:10:59.849" v="335" actId="1076"/>
        <pc:sldMkLst>
          <pc:docMk/>
          <pc:sldMk cId="1080697727" sldId="263"/>
        </pc:sldMkLst>
        <pc:spChg chg="mod">
          <ac:chgData name="Мехрдод Солихов" userId="1903d256b615c2df" providerId="Windows Live" clId="Web-{E945C758-043C-44AD-879A-BF7BE0994F50}" dt="2025-12-12T19:10:14.080" v="333" actId="1076"/>
          <ac:spMkLst>
            <pc:docMk/>
            <pc:sldMk cId="1080697727" sldId="263"/>
            <ac:spMk id="3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9:10:16.909" v="334" actId="1076"/>
          <ac:spMkLst>
            <pc:docMk/>
            <pc:sldMk cId="1080697727" sldId="263"/>
            <ac:spMk id="4" creationId="{00000000-0000-0000-0000-000000000000}"/>
          </ac:spMkLst>
        </pc:spChg>
        <pc:picChg chg="del">
          <ac:chgData name="Мехрдод Солихов" userId="1903d256b615c2df" providerId="Windows Live" clId="Web-{E945C758-043C-44AD-879A-BF7BE0994F50}" dt="2025-12-12T18:51:14.124" v="0"/>
          <ac:picMkLst>
            <pc:docMk/>
            <pc:sldMk cId="1080697727" sldId="263"/>
            <ac:picMk id="2" creationId="{00000000-0000-0000-0000-000000000000}"/>
          </ac:picMkLst>
        </pc:picChg>
        <pc:picChg chg="del">
          <ac:chgData name="Мехрдод Солихов" userId="1903d256b615c2df" providerId="Windows Live" clId="Web-{E945C758-043C-44AD-879A-BF7BE0994F50}" dt="2025-12-12T18:51:16.765" v="1"/>
          <ac:picMkLst>
            <pc:docMk/>
            <pc:sldMk cId="1080697727" sldId="263"/>
            <ac:picMk id="5" creationId="{00000000-0000-0000-0000-000000000000}"/>
          </ac:picMkLst>
        </pc:picChg>
        <pc:picChg chg="add mod">
          <ac:chgData name="Мехрдод Солихов" userId="1903d256b615c2df" providerId="Windows Live" clId="Web-{E945C758-043C-44AD-879A-BF7BE0994F50}" dt="2025-12-12T19:10:59.849" v="335" actId="1076"/>
          <ac:picMkLst>
            <pc:docMk/>
            <pc:sldMk cId="1080697727" sldId="263"/>
            <ac:picMk id="6" creationId="{C83A9102-D1FA-005C-5795-06F007AA198E}"/>
          </ac:picMkLst>
        </pc:picChg>
      </pc:sldChg>
      <pc:sldChg chg="addSp delSp modSp mod setBg">
        <pc:chgData name="Мехрдод Солихов" userId="1903d256b615c2df" providerId="Windows Live" clId="Web-{E945C758-043C-44AD-879A-BF7BE0994F50}" dt="2025-12-12T19:14:41.826" v="401"/>
        <pc:sldMkLst>
          <pc:docMk/>
          <pc:sldMk cId="138904812" sldId="264"/>
        </pc:sldMkLst>
        <pc:spChg chg="mod ord">
          <ac:chgData name="Мехрдод Солихов" userId="1903d256b615c2df" providerId="Windows Live" clId="Web-{E945C758-043C-44AD-879A-BF7BE0994F50}" dt="2025-12-12T19:06:17.822" v="194"/>
          <ac:spMkLst>
            <pc:docMk/>
            <pc:sldMk cId="138904812" sldId="264"/>
            <ac:spMk id="3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9:14:24.935" v="397" actId="20577"/>
          <ac:spMkLst>
            <pc:docMk/>
            <pc:sldMk cId="138904812" sldId="264"/>
            <ac:spMk id="4" creationId="{00000000-0000-0000-0000-000000000000}"/>
          </ac:spMkLst>
        </pc:spChg>
        <pc:spChg chg="add del">
          <ac:chgData name="Мехрдод Солихов" userId="1903d256b615c2df" providerId="Windows Live" clId="Web-{E945C758-043C-44AD-879A-BF7BE0994F50}" dt="2025-12-12T19:05:59.775" v="185"/>
          <ac:spMkLst>
            <pc:docMk/>
            <pc:sldMk cId="138904812" sldId="264"/>
            <ac:spMk id="17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5:59.775" v="185"/>
          <ac:spMkLst>
            <pc:docMk/>
            <pc:sldMk cId="138904812" sldId="264"/>
            <ac:spMk id="19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6:02.760" v="187"/>
          <ac:spMkLst>
            <pc:docMk/>
            <pc:sldMk cId="138904812" sldId="264"/>
            <ac:spMk id="25" creationId="{13BC1C09-8FD1-4619-B317-E9EED5E55DD8}"/>
          </ac:spMkLst>
        </pc:spChg>
        <pc:spChg chg="add del">
          <ac:chgData name="Мехрдод Солихов" userId="1903d256b615c2df" providerId="Windows Live" clId="Web-{E945C758-043C-44AD-879A-BF7BE0994F50}" dt="2025-12-12T19:06:02.760" v="187"/>
          <ac:spMkLst>
            <pc:docMk/>
            <pc:sldMk cId="138904812" sldId="264"/>
            <ac:spMk id="29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06:02.760" v="187"/>
          <ac:spMkLst>
            <pc:docMk/>
            <pc:sldMk cId="138904812" sldId="264"/>
            <ac:spMk id="30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06:09.510" v="189"/>
          <ac:spMkLst>
            <pc:docMk/>
            <pc:sldMk cId="138904812" sldId="264"/>
            <ac:spMk id="35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06:09.510" v="189"/>
          <ac:spMkLst>
            <pc:docMk/>
            <pc:sldMk cId="138904812" sldId="264"/>
            <ac:spMk id="36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06:09.510" v="189"/>
          <ac:spMkLst>
            <pc:docMk/>
            <pc:sldMk cId="138904812" sldId="264"/>
            <ac:spMk id="38" creationId="{C493E730-2044-49B5-A022-B8D6F359343E}"/>
          </ac:spMkLst>
        </pc:spChg>
        <pc:spChg chg="add del">
          <ac:chgData name="Мехрдод Солихов" userId="1903d256b615c2df" providerId="Windows Live" clId="Web-{E945C758-043C-44AD-879A-BF7BE0994F50}" dt="2025-12-12T19:06:14.901" v="191"/>
          <ac:spMkLst>
            <pc:docMk/>
            <pc:sldMk cId="138904812" sldId="264"/>
            <ac:spMk id="44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6:14.901" v="191"/>
          <ac:spMkLst>
            <pc:docMk/>
            <pc:sldMk cId="138904812" sldId="264"/>
            <ac:spMk id="45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6:14.901" v="191"/>
          <ac:spMkLst>
            <pc:docMk/>
            <pc:sldMk cId="138904812" sldId="264"/>
            <ac:spMk id="46" creationId="{3FECAD23-900F-4F1B-A441-6A68749F88D4}"/>
          </ac:spMkLst>
        </pc:spChg>
        <pc:spChg chg="add del">
          <ac:chgData name="Мехрдод Солихов" userId="1903d256b615c2df" providerId="Windows Live" clId="Web-{E945C758-043C-44AD-879A-BF7BE0994F50}" dt="2025-12-12T19:06:14.901" v="191"/>
          <ac:spMkLst>
            <pc:docMk/>
            <pc:sldMk cId="138904812" sldId="264"/>
            <ac:spMk id="47" creationId="{8A233090-6C39-4F59-8A0F-86F011A7EEEB}"/>
          </ac:spMkLst>
        </pc:spChg>
        <pc:spChg chg="add del">
          <ac:chgData name="Мехрдод Солихов" userId="1903d256b615c2df" providerId="Windows Live" clId="Web-{E945C758-043C-44AD-879A-BF7BE0994F50}" dt="2025-12-12T19:06:14.901" v="191"/>
          <ac:spMkLst>
            <pc:docMk/>
            <pc:sldMk cId="138904812" sldId="264"/>
            <ac:spMk id="48" creationId="{484DCAA0-4BF1-4FB9-97BA-D6BA630419A0}"/>
          </ac:spMkLst>
        </pc:spChg>
        <pc:spChg chg="add del">
          <ac:chgData name="Мехрдод Солихов" userId="1903d256b615c2df" providerId="Windows Live" clId="Web-{E945C758-043C-44AD-879A-BF7BE0994F50}" dt="2025-12-12T19:06:17.791" v="193"/>
          <ac:spMkLst>
            <pc:docMk/>
            <pc:sldMk cId="138904812" sldId="264"/>
            <ac:spMk id="54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06:17.791" v="193"/>
          <ac:spMkLst>
            <pc:docMk/>
            <pc:sldMk cId="138904812" sldId="264"/>
            <ac:spMk id="55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06:17.791" v="193"/>
          <ac:spMkLst>
            <pc:docMk/>
            <pc:sldMk cId="138904812" sldId="264"/>
            <ac:spMk id="56" creationId="{C610D2AE-07EF-436A-9755-AA8DF4B933A4}"/>
          </ac:spMkLst>
        </pc:spChg>
        <pc:spChg chg="add del">
          <ac:chgData name="Мехрдод Солихов" userId="1903d256b615c2df" providerId="Windows Live" clId="Web-{E945C758-043C-44AD-879A-BF7BE0994F50}" dt="2025-12-12T19:06:17.791" v="193"/>
          <ac:spMkLst>
            <pc:docMk/>
            <pc:sldMk cId="138904812" sldId="264"/>
            <ac:spMk id="58" creationId="{CF2D8AD5-434A-4C0E-9F5B-C1AFD645F364}"/>
          </ac:spMkLst>
        </pc:spChg>
        <pc:spChg chg="add del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64" creationId="{6478287C-E119-4E9C-95B0-518478BD9D07}"/>
          </ac:spMkLst>
        </pc:spChg>
        <pc:spChg chg="add del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65" creationId="{EA4A294F-6D36-425B-8632-27FD6A284D09}"/>
          </ac:spMkLst>
        </pc:spChg>
        <pc:spChg chg="add del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66" creationId="{3FECAD23-900F-4F1B-A441-6A68749F88D4}"/>
          </ac:spMkLst>
        </pc:spChg>
        <pc:spChg chg="add del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68" creationId="{8A233090-6C39-4F59-8A0F-86F011A7EEEB}"/>
          </ac:spMkLst>
        </pc:spChg>
        <pc:spChg chg="add del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69" creationId="{484DCAA0-4BF1-4FB9-97BA-D6BA630419A0}"/>
          </ac:spMkLst>
        </pc:spChg>
        <pc:spChg chg="add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81" creationId="{6478287C-E119-4E9C-95B0-518478BD9D07}"/>
          </ac:spMkLst>
        </pc:spChg>
        <pc:spChg chg="add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83" creationId="{EA4A294F-6D36-425B-8632-27FD6A284D09}"/>
          </ac:spMkLst>
        </pc:spChg>
        <pc:spChg chg="add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85" creationId="{3FECAD23-900F-4F1B-A441-6A68749F88D4}"/>
          </ac:spMkLst>
        </pc:spChg>
        <pc:spChg chg="add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89" creationId="{8A233090-6C39-4F59-8A0F-86F011A7EEEB}"/>
          </ac:spMkLst>
        </pc:spChg>
        <pc:spChg chg="add">
          <ac:chgData name="Мехрдод Солихов" userId="1903d256b615c2df" providerId="Windows Live" clId="Web-{E945C758-043C-44AD-879A-BF7BE0994F50}" dt="2025-12-12T19:14:41.826" v="401"/>
          <ac:spMkLst>
            <pc:docMk/>
            <pc:sldMk cId="138904812" sldId="264"/>
            <ac:spMk id="91" creationId="{484DCAA0-4BF1-4FB9-97BA-D6BA630419A0}"/>
          </ac:spMkLst>
        </pc:spChg>
        <pc:picChg chg="del">
          <ac:chgData name="Мехрдод Солихов" userId="1903d256b615c2df" providerId="Windows Live" clId="Web-{E945C758-043C-44AD-879A-BF7BE0994F50}" dt="2025-12-12T19:05:01.134" v="180"/>
          <ac:picMkLst>
            <pc:docMk/>
            <pc:sldMk cId="138904812" sldId="264"/>
            <ac:picMk id="2" creationId="{00000000-0000-0000-0000-000000000000}"/>
          </ac:picMkLst>
        </pc:picChg>
        <pc:picChg chg="del">
          <ac:chgData name="Мехрдод Солихов" userId="1903d256b615c2df" providerId="Windows Live" clId="Web-{E945C758-043C-44AD-879A-BF7BE0994F50}" dt="2025-12-12T19:05:03.525" v="181"/>
          <ac:picMkLst>
            <pc:docMk/>
            <pc:sldMk cId="138904812" sldId="264"/>
            <ac:picMk id="5" creationId="{00000000-0000-0000-0000-000000000000}"/>
          </ac:picMkLst>
        </pc:picChg>
        <pc:picChg chg="add del mod ord">
          <ac:chgData name="Мехрдод Солихов" userId="1903d256b615c2df" providerId="Windows Live" clId="Web-{E945C758-043C-44AD-879A-BF7BE0994F50}" dt="2025-12-12T19:14:26.185" v="398"/>
          <ac:picMkLst>
            <pc:docMk/>
            <pc:sldMk cId="138904812" sldId="264"/>
            <ac:picMk id="6" creationId="{FA7344CC-2353-2318-2BDF-241A72A7CF04}"/>
          </ac:picMkLst>
        </pc:picChg>
        <pc:picChg chg="add mod">
          <ac:chgData name="Мехрдод Солихов" userId="1903d256b615c2df" providerId="Windows Live" clId="Web-{E945C758-043C-44AD-879A-BF7BE0994F50}" dt="2025-12-12T19:14:37.920" v="400" actId="1076"/>
          <ac:picMkLst>
            <pc:docMk/>
            <pc:sldMk cId="138904812" sldId="264"/>
            <ac:picMk id="7" creationId="{D60EA745-8FC6-8A7F-8A08-03A3CB6C6566}"/>
          </ac:picMkLst>
        </pc:picChg>
        <pc:picChg chg="add del">
          <ac:chgData name="Мехрдод Солихов" userId="1903d256b615c2df" providerId="Windows Live" clId="Web-{E945C758-043C-44AD-879A-BF7BE0994F50}" dt="2025-12-12T19:05:59.775" v="185"/>
          <ac:picMkLst>
            <pc:docMk/>
            <pc:sldMk cId="138904812" sldId="264"/>
            <ac:picMk id="11" creationId="{5321D838-2C7E-4177-9DD3-DAC78324A2B2}"/>
          </ac:picMkLst>
        </pc:picChg>
        <pc:picChg chg="add del">
          <ac:chgData name="Мехрдод Солихов" userId="1903d256b615c2df" providerId="Windows Live" clId="Web-{E945C758-043C-44AD-879A-BF7BE0994F50}" dt="2025-12-12T19:05:59.775" v="185"/>
          <ac:picMkLst>
            <pc:docMk/>
            <pc:sldMk cId="138904812" sldId="264"/>
            <ac:picMk id="13" creationId="{224C28B3-E902-49D1-98A0-582D277A0E00}"/>
          </ac:picMkLst>
        </pc:picChg>
        <pc:picChg chg="add del">
          <ac:chgData name="Мехрдод Солихов" userId="1903d256b615c2df" providerId="Windows Live" clId="Web-{E945C758-043C-44AD-879A-BF7BE0994F50}" dt="2025-12-12T19:05:59.775" v="185"/>
          <ac:picMkLst>
            <pc:docMk/>
            <pc:sldMk cId="138904812" sldId="264"/>
            <ac:picMk id="15" creationId="{F3A6C14C-E755-4A02-821B-6EA2D4C9F20D}"/>
          </ac:picMkLst>
        </pc:picChg>
        <pc:picChg chg="del">
          <ac:chgData name="Мехрдод Солихов" userId="1903d256b615c2df" providerId="Windows Live" clId="Web-{E945C758-043C-44AD-879A-BF7BE0994F50}" dt="2025-12-12T19:06:14.901" v="191"/>
          <ac:picMkLst>
            <pc:docMk/>
            <pc:sldMk cId="138904812" sldId="264"/>
            <ac:picMk id="23" creationId="{57943801-CAEC-4F98-9332-2A4D9128463E}"/>
          </ac:picMkLst>
        </pc:picChg>
        <pc:picChg chg="add del">
          <ac:chgData name="Мехрдод Солихов" userId="1903d256b615c2df" providerId="Windows Live" clId="Web-{E945C758-043C-44AD-879A-BF7BE0994F50}" dt="2025-12-12T19:06:02.760" v="187"/>
          <ac:picMkLst>
            <pc:docMk/>
            <pc:sldMk cId="138904812" sldId="264"/>
            <ac:picMk id="24" creationId="{01CFC1BB-C5B3-4479-9752-C53221627F91}"/>
          </ac:picMkLst>
        </pc:picChg>
        <pc:picChg chg="add del">
          <ac:chgData name="Мехрдод Солихов" userId="1903d256b615c2df" providerId="Windows Live" clId="Web-{E945C758-043C-44AD-879A-BF7BE0994F50}" dt="2025-12-12T19:06:02.760" v="187"/>
          <ac:picMkLst>
            <pc:docMk/>
            <pc:sldMk cId="138904812" sldId="264"/>
            <ac:picMk id="26" creationId="{C56FCE19-3103-4473-A92E-E38D00FCD006}"/>
          </ac:picMkLst>
        </pc:picChg>
        <pc:picChg chg="add del">
          <ac:chgData name="Мехрдод Солихов" userId="1903d256b615c2df" providerId="Windows Live" clId="Web-{E945C758-043C-44AD-879A-BF7BE0994F50}" dt="2025-12-12T19:06:02.760" v="187"/>
          <ac:picMkLst>
            <pc:docMk/>
            <pc:sldMk cId="138904812" sldId="264"/>
            <ac:picMk id="27" creationId="{D3143E80-C928-46DB-9299-0BD06348A928}"/>
          </ac:picMkLst>
        </pc:picChg>
        <pc:picChg chg="add del">
          <ac:chgData name="Мехрдод Солихов" userId="1903d256b615c2df" providerId="Windows Live" clId="Web-{E945C758-043C-44AD-879A-BF7BE0994F50}" dt="2025-12-12T19:06:02.760" v="187"/>
          <ac:picMkLst>
            <pc:docMk/>
            <pc:sldMk cId="138904812" sldId="264"/>
            <ac:picMk id="28" creationId="{E909C556-FC01-4870-ABC0-8D5C17BD0F3D}"/>
          </ac:picMkLst>
        </pc:picChg>
        <pc:picChg chg="add del">
          <ac:chgData name="Мехрдод Солихов" userId="1903d256b615c2df" providerId="Windows Live" clId="Web-{E945C758-043C-44AD-879A-BF7BE0994F50}" dt="2025-12-12T19:06:09.510" v="189"/>
          <ac:picMkLst>
            <pc:docMk/>
            <pc:sldMk cId="138904812" sldId="264"/>
            <ac:picMk id="32" creationId="{01CFC1BB-C5B3-4479-9752-C53221627F91}"/>
          </ac:picMkLst>
        </pc:picChg>
        <pc:picChg chg="add del">
          <ac:chgData name="Мехрдод Солихов" userId="1903d256b615c2df" providerId="Windows Live" clId="Web-{E945C758-043C-44AD-879A-BF7BE0994F50}" dt="2025-12-12T19:06:09.510" v="189"/>
          <ac:picMkLst>
            <pc:docMk/>
            <pc:sldMk cId="138904812" sldId="264"/>
            <ac:picMk id="33" creationId="{C56FCE19-3103-4473-A92E-E38D00FCD006}"/>
          </ac:picMkLst>
        </pc:picChg>
        <pc:picChg chg="add del">
          <ac:chgData name="Мехрдод Солихов" userId="1903d256b615c2df" providerId="Windows Live" clId="Web-{E945C758-043C-44AD-879A-BF7BE0994F50}" dt="2025-12-12T19:06:09.510" v="189"/>
          <ac:picMkLst>
            <pc:docMk/>
            <pc:sldMk cId="138904812" sldId="264"/>
            <ac:picMk id="34" creationId="{E909C556-FC01-4870-ABC0-8D5C17BD0F3D}"/>
          </ac:picMkLst>
        </pc:picChg>
        <pc:picChg chg="add del">
          <ac:chgData name="Мехрдод Солихов" userId="1903d256b615c2df" providerId="Windows Live" clId="Web-{E945C758-043C-44AD-879A-BF7BE0994F50}" dt="2025-12-12T19:06:09.510" v="189"/>
          <ac:picMkLst>
            <pc:docMk/>
            <pc:sldMk cId="138904812" sldId="264"/>
            <ac:picMk id="39" creationId="{78976801-4346-4636-BA62-265C81DFE7C4}"/>
          </ac:picMkLst>
        </pc:picChg>
        <pc:picChg chg="add">
          <ac:chgData name="Мехрдод Солихов" userId="1903d256b615c2df" providerId="Windows Live" clId="Web-{E945C758-043C-44AD-879A-BF7BE0994F50}" dt="2025-12-12T19:06:09.541" v="190"/>
          <ac:picMkLst>
            <pc:docMk/>
            <pc:sldMk cId="138904812" sldId="264"/>
            <ac:picMk id="42" creationId="{224C28B3-E902-49D1-98A0-582D277A0E00}"/>
          </ac:picMkLst>
        </pc:picChg>
        <pc:picChg chg="add del">
          <ac:chgData name="Мехрдод Солихов" userId="1903d256b615c2df" providerId="Windows Live" clId="Web-{E945C758-043C-44AD-879A-BF7BE0994F50}" dt="2025-12-12T19:06:14.901" v="191"/>
          <ac:picMkLst>
            <pc:docMk/>
            <pc:sldMk cId="138904812" sldId="264"/>
            <ac:picMk id="43" creationId="{F3A6C14C-E755-4A02-821B-6EA2D4C9F20D}"/>
          </ac:picMkLst>
        </pc:picChg>
        <pc:picChg chg="add del">
          <ac:chgData name="Мехрдод Солихов" userId="1903d256b615c2df" providerId="Windows Live" clId="Web-{E945C758-043C-44AD-879A-BF7BE0994F50}" dt="2025-12-12T19:06:17.791" v="193"/>
          <ac:picMkLst>
            <pc:docMk/>
            <pc:sldMk cId="138904812" sldId="264"/>
            <ac:picMk id="51" creationId="{5321D838-2C7E-4177-9DD3-DAC78324A2B2}"/>
          </ac:picMkLst>
        </pc:picChg>
        <pc:picChg chg="add">
          <ac:chgData name="Мехрдод Солихов" userId="1903d256b615c2df" providerId="Windows Live" clId="Web-{E945C758-043C-44AD-879A-BF7BE0994F50}" dt="2025-12-12T19:06:14.932" v="192"/>
          <ac:picMkLst>
            <pc:docMk/>
            <pc:sldMk cId="138904812" sldId="264"/>
            <ac:picMk id="52" creationId="{224C28B3-E902-49D1-98A0-582D277A0E00}"/>
          </ac:picMkLst>
        </pc:picChg>
        <pc:picChg chg="del">
          <ac:chgData name="Мехрдод Солихов" userId="1903d256b615c2df" providerId="Windows Live" clId="Web-{E945C758-043C-44AD-879A-BF7BE0994F50}" dt="2025-12-12T19:06:17.791" v="193"/>
          <ac:picMkLst>
            <pc:docMk/>
            <pc:sldMk cId="138904812" sldId="264"/>
            <ac:picMk id="53" creationId="{F3A6C14C-E755-4A02-821B-6EA2D4C9F20D}"/>
          </ac:picMkLst>
        </pc:picChg>
        <pc:picChg chg="add del">
          <ac:chgData name="Мехрдод Солихов" userId="1903d256b615c2df" providerId="Windows Live" clId="Web-{E945C758-043C-44AD-879A-BF7BE0994F50}" dt="2025-12-12T19:06:17.791" v="193"/>
          <ac:picMkLst>
            <pc:docMk/>
            <pc:sldMk cId="138904812" sldId="264"/>
            <ac:picMk id="57" creationId="{6CACDD17-9043-46DF-882D-420365B79C18}"/>
          </ac:picMkLst>
        </pc:picChg>
        <pc:picChg chg="add">
          <ac:chgData name="Мехрдод Солихов" userId="1903d256b615c2df" providerId="Windows Live" clId="Web-{E945C758-043C-44AD-879A-BF7BE0994F50}" dt="2025-12-12T19:06:17.822" v="194"/>
          <ac:picMkLst>
            <pc:docMk/>
            <pc:sldMk cId="138904812" sldId="264"/>
            <ac:picMk id="63" creationId="{F3A6C14C-E755-4A02-821B-6EA2D4C9F20D}"/>
          </ac:picMkLst>
        </pc:picChg>
        <pc:picChg chg="add">
          <ac:chgData name="Мехрдод Солихов" userId="1903d256b615c2df" providerId="Windows Live" clId="Web-{E945C758-043C-44AD-879A-BF7BE0994F50}" dt="2025-12-12T19:06:17.822" v="194"/>
          <ac:picMkLst>
            <pc:docMk/>
            <pc:sldMk cId="138904812" sldId="264"/>
            <ac:picMk id="70" creationId="{9BC2FEA5-B399-458A-8393-E06CE40DB89C}"/>
          </ac:picMkLst>
        </pc:picChg>
      </pc:sldChg>
      <pc:sldChg chg="addSp delSp modSp mod setBg">
        <pc:chgData name="Мехрдод Солихов" userId="1903d256b615c2df" providerId="Windows Live" clId="Web-{E945C758-043C-44AD-879A-BF7BE0994F50}" dt="2025-12-12T18:56:35.687" v="69"/>
        <pc:sldMkLst>
          <pc:docMk/>
          <pc:sldMk cId="2191354485" sldId="265"/>
        </pc:sldMkLst>
        <pc:spChg chg="mo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3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4" creationId="{00000000-0000-0000-0000-000000000000}"/>
          </ac:spMkLst>
        </pc:spChg>
        <pc:spChg chg="ad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15" creationId="{6478287C-E119-4E9C-95B0-518478BD9D07}"/>
          </ac:spMkLst>
        </pc:spChg>
        <pc:spChg chg="ad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17" creationId="{EA4A294F-6D36-425B-8632-27FD6A284D09}"/>
          </ac:spMkLst>
        </pc:spChg>
        <pc:spChg chg="ad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19" creationId="{3FECAD23-900F-4F1B-A441-6A68749F88D4}"/>
          </ac:spMkLst>
        </pc:spChg>
        <pc:spChg chg="ad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23" creationId="{8A233090-6C39-4F59-8A0F-86F011A7EEEB}"/>
          </ac:spMkLst>
        </pc:spChg>
        <pc:spChg chg="add">
          <ac:chgData name="Мехрдод Солихов" userId="1903d256b615c2df" providerId="Windows Live" clId="Web-{E945C758-043C-44AD-879A-BF7BE0994F50}" dt="2025-12-12T18:56:35.687" v="69"/>
          <ac:spMkLst>
            <pc:docMk/>
            <pc:sldMk cId="2191354485" sldId="265"/>
            <ac:spMk id="25" creationId="{484DCAA0-4BF1-4FB9-97BA-D6BA630419A0}"/>
          </ac:spMkLst>
        </pc:spChg>
        <pc:picChg chg="add mod">
          <ac:chgData name="Мехрдод Солихов" userId="1903d256b615c2df" providerId="Windows Live" clId="Web-{E945C758-043C-44AD-879A-BF7BE0994F50}" dt="2025-12-12T18:56:35.687" v="69"/>
          <ac:picMkLst>
            <pc:docMk/>
            <pc:sldMk cId="2191354485" sldId="265"/>
            <ac:picMk id="2" creationId="{C4C4C40C-A09D-0842-3847-C54FC96618CA}"/>
          </ac:picMkLst>
        </pc:picChg>
        <pc:picChg chg="del">
          <ac:chgData name="Мехрдод Солихов" userId="1903d256b615c2df" providerId="Windows Live" clId="Web-{E945C758-043C-44AD-879A-BF7BE0994F50}" dt="2025-12-12T18:55:52.295" v="66"/>
          <ac:picMkLst>
            <pc:docMk/>
            <pc:sldMk cId="2191354485" sldId="265"/>
            <ac:picMk id="5" creationId="{00000000-0000-0000-0000-000000000000}"/>
          </ac:picMkLst>
        </pc:picChg>
        <pc:picChg chg="del">
          <ac:chgData name="Мехрдод Солихов" userId="1903d256b615c2df" providerId="Windows Live" clId="Web-{E945C758-043C-44AD-879A-BF7BE0994F50}" dt="2025-12-12T18:55:50.154" v="65"/>
          <ac:picMkLst>
            <pc:docMk/>
            <pc:sldMk cId="2191354485" sldId="265"/>
            <ac:picMk id="6" creationId="{00000000-0000-0000-0000-000000000000}"/>
          </ac:picMkLst>
        </pc:picChg>
        <pc:picChg chg="add">
          <ac:chgData name="Мехрдод Солихов" userId="1903d256b615c2df" providerId="Windows Live" clId="Web-{E945C758-043C-44AD-879A-BF7BE0994F50}" dt="2025-12-12T18:56:35.687" v="69"/>
          <ac:picMkLst>
            <pc:docMk/>
            <pc:sldMk cId="2191354485" sldId="265"/>
            <ac:picMk id="11" creationId="{224C28B3-E902-49D1-98A0-582D277A0E00}"/>
          </ac:picMkLst>
        </pc:picChg>
        <pc:picChg chg="add">
          <ac:chgData name="Мехрдод Солихов" userId="1903d256b615c2df" providerId="Windows Live" clId="Web-{E945C758-043C-44AD-879A-BF7BE0994F50}" dt="2025-12-12T18:56:35.687" v="69"/>
          <ac:picMkLst>
            <pc:docMk/>
            <pc:sldMk cId="2191354485" sldId="265"/>
            <ac:picMk id="21" creationId="{57943801-CAEC-4F98-9332-2A4D9128463E}"/>
          </ac:picMkLst>
        </pc:picChg>
      </pc:sldChg>
      <pc:sldChg chg="addSp delSp modSp mod setBg">
        <pc:chgData name="Мехрдод Солихов" userId="1903d256b615c2df" providerId="Windows Live" clId="Web-{E945C758-043C-44AD-879A-BF7BE0994F50}" dt="2025-12-12T19:37:13.984" v="729" actId="20577"/>
        <pc:sldMkLst>
          <pc:docMk/>
          <pc:sldMk cId="202728253" sldId="266"/>
        </pc:sldMkLst>
        <pc:spChg chg="mod">
          <ac:chgData name="Мехрдод Солихов" userId="1903d256b615c2df" providerId="Windows Live" clId="Web-{E945C758-043C-44AD-879A-BF7BE0994F50}" dt="2025-12-12T19:19:02.831" v="506"/>
          <ac:spMkLst>
            <pc:docMk/>
            <pc:sldMk cId="202728253" sldId="266"/>
            <ac:spMk id="2" creationId="{00000000-0000-0000-0000-000000000000}"/>
          </ac:spMkLst>
        </pc:spChg>
        <pc:spChg chg="mod">
          <ac:chgData name="Мехрдод Солихов" userId="1903d256b615c2df" providerId="Windows Live" clId="Web-{E945C758-043C-44AD-879A-BF7BE0994F50}" dt="2025-12-12T19:37:13.984" v="729" actId="20577"/>
          <ac:spMkLst>
            <pc:docMk/>
            <pc:sldMk cId="202728253" sldId="266"/>
            <ac:spMk id="3" creationId="{00000000-0000-0000-0000-000000000000}"/>
          </ac:spMkLst>
        </pc:spChg>
        <pc:spChg chg="add del mod">
          <ac:chgData name="Мехрдод Солихов" userId="1903d256b615c2df" providerId="Windows Live" clId="Web-{E945C758-043C-44AD-879A-BF7BE0994F50}" dt="2025-12-12T19:18:56.315" v="505"/>
          <ac:spMkLst>
            <pc:docMk/>
            <pc:sldMk cId="202728253" sldId="266"/>
            <ac:spMk id="6" creationId="{296AF86D-37C3-CB8A-E9EA-C6CE3B5F5997}"/>
          </ac:spMkLst>
        </pc:spChg>
        <pc:spChg chg="add del">
          <ac:chgData name="Мехрдод Солихов" userId="1903d256b615c2df" providerId="Windows Live" clId="Web-{E945C758-043C-44AD-879A-BF7BE0994F50}" dt="2025-12-12T19:18:39.549" v="500"/>
          <ac:spMkLst>
            <pc:docMk/>
            <pc:sldMk cId="202728253" sldId="266"/>
            <ac:spMk id="14" creationId="{3BCFBBDC-4E58-0D7B-89B7-AF94B162CF29}"/>
          </ac:spMkLst>
        </pc:spChg>
        <pc:spChg chg="add">
          <ac:chgData name="Мехрдод Солихов" userId="1903d256b615c2df" providerId="Windows Live" clId="Web-{E945C758-043C-44AD-879A-BF7BE0994F50}" dt="2025-12-12T19:19:02.831" v="506"/>
          <ac:spMkLst>
            <pc:docMk/>
            <pc:sldMk cId="202728253" sldId="266"/>
            <ac:spMk id="15" creationId="{C6DB8A24-0DF2-4AB3-9191-C02AB6937C1F}"/>
          </ac:spMkLst>
        </pc:spChg>
        <pc:spChg chg="add del">
          <ac:chgData name="Мехрдод Солихов" userId="1903d256b615c2df" providerId="Windows Live" clId="Web-{E945C758-043C-44AD-879A-BF7BE0994F50}" dt="2025-12-12T19:18:39.549" v="499"/>
          <ac:spMkLst>
            <pc:docMk/>
            <pc:sldMk cId="202728253" sldId="266"/>
            <ac:spMk id="16" creationId="{B70902A1-A2C8-B9FC-04CE-19412033949C}"/>
          </ac:spMkLst>
        </pc:spChg>
        <pc:spChg chg="add">
          <ac:chgData name="Мехрдод Солихов" userId="1903d256b615c2df" providerId="Windows Live" clId="Web-{E945C758-043C-44AD-879A-BF7BE0994F50}" dt="2025-12-12T19:19:02.831" v="506"/>
          <ac:spMkLst>
            <pc:docMk/>
            <pc:sldMk cId="202728253" sldId="266"/>
            <ac:spMk id="17" creationId="{6924F406-F250-4FCF-A28E-52F364A5AA1D}"/>
          </ac:spMkLst>
        </pc:spChg>
        <pc:spChg chg="add del">
          <ac:chgData name="Мехрдод Солихов" userId="1903d256b615c2df" providerId="Windows Live" clId="Web-{E945C758-043C-44AD-879A-BF7BE0994F50}" dt="2025-12-12T19:18:39.549" v="498"/>
          <ac:spMkLst>
            <pc:docMk/>
            <pc:sldMk cId="202728253" sldId="266"/>
            <ac:spMk id="18" creationId="{006EA196-8970-B33D-05FC-2B2F66F28382}"/>
          </ac:spMkLst>
        </pc:spChg>
        <pc:spChg chg="add del">
          <ac:chgData name="Мехрдод Солихов" userId="1903d256b615c2df" providerId="Windows Live" clId="Web-{E945C758-043C-44AD-879A-BF7BE0994F50}" dt="2025-12-12T19:18:39.549" v="496"/>
          <ac:spMkLst>
            <pc:docMk/>
            <pc:sldMk cId="202728253" sldId="266"/>
            <ac:spMk id="22" creationId="{94E2597A-F2EC-322B-B710-509B1181FF60}"/>
          </ac:spMkLst>
        </pc:spChg>
        <pc:spChg chg="add">
          <ac:chgData name="Мехрдод Солихов" userId="1903d256b615c2df" providerId="Windows Live" clId="Web-{E945C758-043C-44AD-879A-BF7BE0994F50}" dt="2025-12-12T19:19:02.831" v="506"/>
          <ac:spMkLst>
            <pc:docMk/>
            <pc:sldMk cId="202728253" sldId="266"/>
            <ac:spMk id="23" creationId="{78A4CDE5-C7BC-41E1-8A4A-79E024CC09F3}"/>
          </ac:spMkLst>
        </pc:spChg>
        <pc:spChg chg="add del">
          <ac:chgData name="Мехрдод Солихов" userId="1903d256b615c2df" providerId="Windows Live" clId="Web-{E945C758-043C-44AD-879A-BF7BE0994F50}" dt="2025-12-12T19:18:39.549" v="495"/>
          <ac:spMkLst>
            <pc:docMk/>
            <pc:sldMk cId="202728253" sldId="266"/>
            <ac:spMk id="24" creationId="{D3AB9D77-AFB7-D33C-354F-53D94DB4822B}"/>
          </ac:spMkLst>
        </pc:spChg>
        <pc:spChg chg="add del">
          <ac:chgData name="Мехрдод Солихов" userId="1903d256b615c2df" providerId="Windows Live" clId="Web-{E945C758-043C-44AD-879A-BF7BE0994F50}" dt="2025-12-12T19:18:39.549" v="494"/>
          <ac:spMkLst>
            <pc:docMk/>
            <pc:sldMk cId="202728253" sldId="266"/>
            <ac:spMk id="26" creationId="{A9AA47AE-BEC0-C7AE-FF97-289F4741181E}"/>
          </ac:spMkLst>
        </pc:spChg>
        <pc:spChg chg="add del">
          <ac:chgData name="Мехрдод Солихов" userId="1903d256b615c2df" providerId="Windows Live" clId="Web-{E945C758-043C-44AD-879A-BF7BE0994F50}" dt="2025-12-12T19:18:39.549" v="492"/>
          <ac:spMkLst>
            <pc:docMk/>
            <pc:sldMk cId="202728253" sldId="266"/>
            <ac:spMk id="30" creationId="{D1B3732C-B12D-72CB-5456-664A2787EE71}"/>
          </ac:spMkLst>
        </pc:spChg>
        <pc:picChg chg="del">
          <ac:chgData name="Мехрдод Солихов" userId="1903d256b615c2df" providerId="Windows Live" clId="Web-{E945C758-043C-44AD-879A-BF7BE0994F50}" dt="2025-12-12T19:18:33.706" v="477"/>
          <ac:picMkLst>
            <pc:docMk/>
            <pc:sldMk cId="202728253" sldId="266"/>
            <ac:picMk id="5" creationId="{00000000-0000-0000-0000-000000000000}"/>
          </ac:picMkLst>
        </pc:picChg>
        <pc:picChg chg="add del">
          <ac:chgData name="Мехрдод Солихов" userId="1903d256b615c2df" providerId="Windows Live" clId="Web-{E945C758-043C-44AD-879A-BF7BE0994F50}" dt="2025-12-12T19:18:39.549" v="503"/>
          <ac:picMkLst>
            <pc:docMk/>
            <pc:sldMk cId="202728253" sldId="266"/>
            <ac:picMk id="8" creationId="{0B232C6B-58AB-6669-CBFC-F7ACF1D69850}"/>
          </ac:picMkLst>
        </pc:picChg>
        <pc:picChg chg="add">
          <ac:chgData name="Мехрдод Солихов" userId="1903d256b615c2df" providerId="Windows Live" clId="Web-{E945C758-043C-44AD-879A-BF7BE0994F50}" dt="2025-12-12T19:19:02.831" v="506"/>
          <ac:picMkLst>
            <pc:docMk/>
            <pc:sldMk cId="202728253" sldId="266"/>
            <ac:picMk id="9" creationId="{01CFC1BB-C5B3-4479-9752-C53221627F91}"/>
          </ac:picMkLst>
        </pc:picChg>
        <pc:picChg chg="add del">
          <ac:chgData name="Мехрдод Солихов" userId="1903d256b615c2df" providerId="Windows Live" clId="Web-{E945C758-043C-44AD-879A-BF7BE0994F50}" dt="2025-12-12T19:18:39.549" v="502"/>
          <ac:picMkLst>
            <pc:docMk/>
            <pc:sldMk cId="202728253" sldId="266"/>
            <ac:picMk id="10" creationId="{7D01CA2A-8B8D-15A3-CDB2-73E8E6878482}"/>
          </ac:picMkLst>
        </pc:picChg>
        <pc:picChg chg="add">
          <ac:chgData name="Мехрдод Солихов" userId="1903d256b615c2df" providerId="Windows Live" clId="Web-{E945C758-043C-44AD-879A-BF7BE0994F50}" dt="2025-12-12T19:19:02.831" v="506"/>
          <ac:picMkLst>
            <pc:docMk/>
            <pc:sldMk cId="202728253" sldId="266"/>
            <ac:picMk id="11" creationId="{C56FCE19-3103-4473-A92E-E38D00FCD006}"/>
          </ac:picMkLst>
        </pc:picChg>
        <pc:picChg chg="add del">
          <ac:chgData name="Мехрдод Солихов" userId="1903d256b615c2df" providerId="Windows Live" clId="Web-{E945C758-043C-44AD-879A-BF7BE0994F50}" dt="2025-12-12T19:18:39.549" v="501"/>
          <ac:picMkLst>
            <pc:docMk/>
            <pc:sldMk cId="202728253" sldId="266"/>
            <ac:picMk id="12" creationId="{CF1E175E-9A7C-5863-C98B-989AA24DADF8}"/>
          </ac:picMkLst>
        </pc:picChg>
        <pc:picChg chg="add">
          <ac:chgData name="Мехрдод Солихов" userId="1903d256b615c2df" providerId="Windows Live" clId="Web-{E945C758-043C-44AD-879A-BF7BE0994F50}" dt="2025-12-12T19:19:02.831" v="506"/>
          <ac:picMkLst>
            <pc:docMk/>
            <pc:sldMk cId="202728253" sldId="266"/>
            <ac:picMk id="13" creationId="{E909C556-FC01-4870-ABC0-8D5C17BD0F3D}"/>
          </ac:picMkLst>
        </pc:picChg>
        <pc:picChg chg="add del">
          <ac:chgData name="Мехрдод Солихов" userId="1903d256b615c2df" providerId="Windows Live" clId="Web-{E945C758-043C-44AD-879A-BF7BE0994F50}" dt="2025-12-12T19:18:39.549" v="497"/>
          <ac:picMkLst>
            <pc:docMk/>
            <pc:sldMk cId="202728253" sldId="266"/>
            <ac:picMk id="20" creationId="{DBF5C369-35A3-8CE5-C7BD-3B28D93D8115}"/>
          </ac:picMkLst>
        </pc:picChg>
        <pc:picChg chg="add">
          <ac:chgData name="Мехрдод Солихов" userId="1903d256b615c2df" providerId="Windows Live" clId="Web-{E945C758-043C-44AD-879A-BF7BE0994F50}" dt="2025-12-12T19:19:02.831" v="506"/>
          <ac:picMkLst>
            <pc:docMk/>
            <pc:sldMk cId="202728253" sldId="266"/>
            <ac:picMk id="25" creationId="{025C7952-5703-489E-8DBD-F2EFAC8EEB05}"/>
          </ac:picMkLst>
        </pc:picChg>
        <pc:picChg chg="add">
          <ac:chgData name="Мехрдод Солихов" userId="1903d256b615c2df" providerId="Windows Live" clId="Web-{E945C758-043C-44AD-879A-BF7BE0994F50}" dt="2025-12-12T19:19:02.831" v="506"/>
          <ac:picMkLst>
            <pc:docMk/>
            <pc:sldMk cId="202728253" sldId="266"/>
            <ac:picMk id="27" creationId="{F6635CD6-70D7-C961-F6B9-DD7C85EC0242}"/>
          </ac:picMkLst>
        </pc:picChg>
        <pc:picChg chg="add del">
          <ac:chgData name="Мехрдод Солихов" userId="1903d256b615c2df" providerId="Windows Live" clId="Web-{E945C758-043C-44AD-879A-BF7BE0994F50}" dt="2025-12-12T19:18:39.549" v="493"/>
          <ac:picMkLst>
            <pc:docMk/>
            <pc:sldMk cId="202728253" sldId="266"/>
            <ac:picMk id="28" creationId="{4251A013-44CF-BD34-2B7B-DB1A199E57F3}"/>
          </ac:picMkLst>
        </pc:picChg>
        <pc:picChg chg="add del">
          <ac:chgData name="Мехрдод Солихов" userId="1903d256b615c2df" providerId="Windows Live" clId="Web-{E945C758-043C-44AD-879A-BF7BE0994F50}" dt="2025-12-12T19:18:39.549" v="491"/>
          <ac:picMkLst>
            <pc:docMk/>
            <pc:sldMk cId="202728253" sldId="266"/>
            <ac:picMk id="32" creationId="{6788CA58-1F49-1A2E-0414-AF2ADFA28BA2}"/>
          </ac:picMkLst>
        </pc:picChg>
      </pc:sldChg>
      <pc:sldChg chg="addSp delSp modSp new">
        <pc:chgData name="Мехрдод Солихов" userId="1903d256b615c2df" providerId="Windows Live" clId="Web-{E945C758-043C-44AD-879A-BF7BE0994F50}" dt="2025-12-12T19:15:32.858" v="409" actId="1076"/>
        <pc:sldMkLst>
          <pc:docMk/>
          <pc:sldMk cId="1311095229" sldId="267"/>
        </pc:sldMkLst>
        <pc:spChg chg="add mod">
          <ac:chgData name="Мехрдод Солихов" userId="1903d256b615c2df" providerId="Windows Live" clId="Web-{E945C758-043C-44AD-879A-BF7BE0994F50}" dt="2025-12-12T19:07:33.886" v="237" actId="20577"/>
          <ac:spMkLst>
            <pc:docMk/>
            <pc:sldMk cId="1311095229" sldId="267"/>
            <ac:spMk id="2" creationId="{0FC2A7F4-3807-66BC-FD9D-DB3082F1C067}"/>
          </ac:spMkLst>
        </pc:spChg>
        <pc:spChg chg="add del mod">
          <ac:chgData name="Мехрдод Солихов" userId="1903d256b615c2df" providerId="Windows Live" clId="Web-{E945C758-043C-44AD-879A-BF7BE0994F50}" dt="2025-12-12T19:07:51.012" v="241"/>
          <ac:spMkLst>
            <pc:docMk/>
            <pc:sldMk cId="1311095229" sldId="267"/>
            <ac:spMk id="3" creationId="{A31BF5AA-3269-B0C5-3881-3AC053403D05}"/>
          </ac:spMkLst>
        </pc:spChg>
        <pc:spChg chg="add mod">
          <ac:chgData name="Мехрдод Солихов" userId="1903d256b615c2df" providerId="Windows Live" clId="Web-{E945C758-043C-44AD-879A-BF7BE0994F50}" dt="2025-12-12T19:09:57.829" v="325" actId="20577"/>
          <ac:spMkLst>
            <pc:docMk/>
            <pc:sldMk cId="1311095229" sldId="267"/>
            <ac:spMk id="4" creationId="{CE826E8C-D340-85A6-9491-2AFA281C6270}"/>
          </ac:spMkLst>
        </pc:spChg>
        <pc:spChg chg="add">
          <ac:chgData name="Мехрдод Солихов" userId="1903d256b615c2df" providerId="Windows Live" clId="Web-{E945C758-043C-44AD-879A-BF7BE0994F50}" dt="2025-12-12T19:08:16.372" v="245"/>
          <ac:spMkLst>
            <pc:docMk/>
            <pc:sldMk cId="1311095229" sldId="267"/>
            <ac:spMk id="6" creationId="{5810F6BA-22DA-8518-90CD-CFDFE5408E74}"/>
          </ac:spMkLst>
        </pc:spChg>
        <pc:spChg chg="add">
          <ac:chgData name="Мехрдод Солихов" userId="1903d256b615c2df" providerId="Windows Live" clId="Web-{E945C758-043C-44AD-879A-BF7BE0994F50}" dt="2025-12-12T19:12:46.900" v="339"/>
          <ac:spMkLst>
            <pc:docMk/>
            <pc:sldMk cId="1311095229" sldId="267"/>
            <ac:spMk id="15" creationId="{57CB2EA8-C6F8-1DB0-0581-6474150F8316}"/>
          </ac:spMkLst>
        </pc:spChg>
        <pc:spChg chg="add">
          <ac:chgData name="Мехрдод Солихов" userId="1903d256b615c2df" providerId="Windows Live" clId="Web-{E945C758-043C-44AD-879A-BF7BE0994F50}" dt="2025-12-12T19:12:46.900" v="340"/>
          <ac:spMkLst>
            <pc:docMk/>
            <pc:sldMk cId="1311095229" sldId="267"/>
            <ac:spMk id="17" creationId="{66EDABD7-6EB2-FDE0-9312-2DF1E852DD90}"/>
          </ac:spMkLst>
        </pc:spChg>
        <pc:spChg chg="add">
          <ac:chgData name="Мехрдод Солихов" userId="1903d256b615c2df" providerId="Windows Live" clId="Web-{E945C758-043C-44AD-879A-BF7BE0994F50}" dt="2025-12-12T19:12:46.916" v="341"/>
          <ac:spMkLst>
            <pc:docMk/>
            <pc:sldMk cId="1311095229" sldId="267"/>
            <ac:spMk id="19" creationId="{32F10638-FBAA-3ABD-3ADD-B9BB68F1FC0A}"/>
          </ac:spMkLst>
        </pc:spChg>
        <pc:spChg chg="add">
          <ac:chgData name="Мехрдод Солихов" userId="1903d256b615c2df" providerId="Windows Live" clId="Web-{E945C758-043C-44AD-879A-BF7BE0994F50}" dt="2025-12-12T19:12:47.041" v="343"/>
          <ac:spMkLst>
            <pc:docMk/>
            <pc:sldMk cId="1311095229" sldId="267"/>
            <ac:spMk id="23" creationId="{82E4E7B3-3E32-5A02-90EE-1F441BC853AB}"/>
          </ac:spMkLst>
        </pc:spChg>
        <pc:spChg chg="add">
          <ac:chgData name="Мехрдод Солихов" userId="1903d256b615c2df" providerId="Windows Live" clId="Web-{E945C758-043C-44AD-879A-BF7BE0994F50}" dt="2025-12-12T19:12:47.057" v="344"/>
          <ac:spMkLst>
            <pc:docMk/>
            <pc:sldMk cId="1311095229" sldId="267"/>
            <ac:spMk id="25" creationId="{36CB49FC-A409-CDAD-B72B-DA7BE3318FC5}"/>
          </ac:spMkLst>
        </pc:spChg>
        <pc:spChg chg="add mod">
          <ac:chgData name="Мехрдод Солихов" userId="1903d256b615c2df" providerId="Windows Live" clId="Web-{E945C758-043C-44AD-879A-BF7BE0994F50}" dt="2025-12-12T19:13:35.215" v="376" actId="20577"/>
          <ac:spMkLst>
            <pc:docMk/>
            <pc:sldMk cId="1311095229" sldId="267"/>
            <ac:spMk id="27" creationId="{B5128CD8-55D1-9E39-C3CC-C26908384DCF}"/>
          </ac:spMkLst>
        </pc:spChg>
        <pc:spChg chg="add">
          <ac:chgData name="Мехрдод Солихов" userId="1903d256b615c2df" providerId="Windows Live" clId="Web-{E945C758-043C-44AD-879A-BF7BE0994F50}" dt="2025-12-12T19:12:47.103" v="347"/>
          <ac:spMkLst>
            <pc:docMk/>
            <pc:sldMk cId="1311095229" sldId="267"/>
            <ac:spMk id="31" creationId="{D9672441-CAEB-E123-98F9-409BAF4D9EAE}"/>
          </ac:spMkLst>
        </pc:spChg>
        <pc:spChg chg="add mod">
          <ac:chgData name="Мехрдод Солихов" userId="1903d256b615c2df" providerId="Windows Live" clId="Web-{E945C758-043C-44AD-879A-BF7BE0994F50}" dt="2025-12-12T19:15:03.280" v="403" actId="1076"/>
          <ac:spMkLst>
            <pc:docMk/>
            <pc:sldMk cId="1311095229" sldId="267"/>
            <ac:spMk id="35" creationId="{740DEEC1-EC36-20AB-E8B3-671F74E362C6}"/>
          </ac:spMkLst>
        </pc:spChg>
        <pc:picChg chg="add mod">
          <ac:chgData name="Мехрдод Солихов" userId="1903d256b615c2df" providerId="Windows Live" clId="Web-{E945C758-043C-44AD-879A-BF7BE0994F50}" dt="2025-12-12T19:08:54.779" v="247" actId="1076"/>
          <ac:picMkLst>
            <pc:docMk/>
            <pc:sldMk cId="1311095229" sldId="267"/>
            <ac:picMk id="7" creationId="{F9680D60-7FE8-8DAC-4284-577D7881F725}"/>
          </ac:picMkLst>
        </pc:picChg>
        <pc:picChg chg="add">
          <ac:chgData name="Мехрдод Солихов" userId="1903d256b615c2df" providerId="Windows Live" clId="Web-{E945C758-043C-44AD-879A-BF7BE0994F50}" dt="2025-12-12T19:12:46.853" v="336"/>
          <ac:picMkLst>
            <pc:docMk/>
            <pc:sldMk cId="1311095229" sldId="267"/>
            <ac:picMk id="9" creationId="{0284585F-C417-C12B-F9AE-DE6E08289EAD}"/>
          </ac:picMkLst>
        </pc:picChg>
        <pc:picChg chg="add">
          <ac:chgData name="Мехрдод Солихов" userId="1903d256b615c2df" providerId="Windows Live" clId="Web-{E945C758-043C-44AD-879A-BF7BE0994F50}" dt="2025-12-12T19:12:46.869" v="337"/>
          <ac:picMkLst>
            <pc:docMk/>
            <pc:sldMk cId="1311095229" sldId="267"/>
            <ac:picMk id="11" creationId="{4E49E96E-F0EF-B3D1-8BF0-3497B2FC9B52}"/>
          </ac:picMkLst>
        </pc:picChg>
        <pc:picChg chg="add">
          <ac:chgData name="Мехрдод Солихов" userId="1903d256b615c2df" providerId="Windows Live" clId="Web-{E945C758-043C-44AD-879A-BF7BE0994F50}" dt="2025-12-12T19:12:46.885" v="338"/>
          <ac:picMkLst>
            <pc:docMk/>
            <pc:sldMk cId="1311095229" sldId="267"/>
            <ac:picMk id="13" creationId="{70A8959B-5B56-9FD5-6901-F6479B717D3D}"/>
          </ac:picMkLst>
        </pc:picChg>
        <pc:picChg chg="add">
          <ac:chgData name="Мехрдод Солихов" userId="1903d256b615c2df" providerId="Windows Live" clId="Web-{E945C758-043C-44AD-879A-BF7BE0994F50}" dt="2025-12-12T19:12:47.025" v="342"/>
          <ac:picMkLst>
            <pc:docMk/>
            <pc:sldMk cId="1311095229" sldId="267"/>
            <ac:picMk id="21" creationId="{931BD4D0-D03C-BD13-A950-13F4AB7B62F5}"/>
          </ac:picMkLst>
        </pc:picChg>
        <pc:picChg chg="add">
          <ac:chgData name="Мехрдод Солихов" userId="1903d256b615c2df" providerId="Windows Live" clId="Web-{E945C758-043C-44AD-879A-BF7BE0994F50}" dt="2025-12-12T19:12:47.088" v="346"/>
          <ac:picMkLst>
            <pc:docMk/>
            <pc:sldMk cId="1311095229" sldId="267"/>
            <ac:picMk id="29" creationId="{B5F1B761-7A88-9195-A1F9-20B909843838}"/>
          </ac:picMkLst>
        </pc:picChg>
        <pc:picChg chg="add del">
          <ac:chgData name="Мехрдод Солихов" userId="1903d256b615c2df" providerId="Windows Live" clId="Web-{E945C758-043C-44AD-879A-BF7BE0994F50}" dt="2025-12-12T19:15:18.280" v="405"/>
          <ac:picMkLst>
            <pc:docMk/>
            <pc:sldMk cId="1311095229" sldId="267"/>
            <ac:picMk id="33" creationId="{5AB89EDE-E63C-46DC-E64A-FCD8872DB7CB}"/>
          </ac:picMkLst>
        </pc:picChg>
        <pc:picChg chg="add">
          <ac:chgData name="Мехрдод Солихов" userId="1903d256b615c2df" providerId="Windows Live" clId="Web-{E945C758-043C-44AD-879A-BF7BE0994F50}" dt="2025-12-12T19:15:14.546" v="404"/>
          <ac:picMkLst>
            <pc:docMk/>
            <pc:sldMk cId="1311095229" sldId="267"/>
            <ac:picMk id="37" creationId="{52C28A9A-5039-5CC3-BF2F-1F27FA72FB62}"/>
          </ac:picMkLst>
        </pc:picChg>
        <pc:picChg chg="add mod">
          <ac:chgData name="Мехрдод Солихов" userId="1903d256b615c2df" providerId="Windows Live" clId="Web-{E945C758-043C-44AD-879A-BF7BE0994F50}" dt="2025-12-12T19:15:32.858" v="409" actId="1076"/>
          <ac:picMkLst>
            <pc:docMk/>
            <pc:sldMk cId="1311095229" sldId="267"/>
            <ac:picMk id="38" creationId="{5AC5374B-B83C-73F0-86A1-AD99FE2C7105}"/>
          </ac:picMkLst>
        </pc:picChg>
      </pc:sldChg>
      <pc:sldChg chg="addSp modSp new">
        <pc:chgData name="Мехрдод Солихов" userId="1903d256b615c2df" providerId="Windows Live" clId="Web-{E945C758-043C-44AD-879A-BF7BE0994F50}" dt="2025-12-12T19:17:35.736" v="476" actId="20577"/>
        <pc:sldMkLst>
          <pc:docMk/>
          <pc:sldMk cId="2581050123" sldId="268"/>
        </pc:sldMkLst>
        <pc:spChg chg="add">
          <ac:chgData name="Мехрдод Солихов" userId="1903d256b615c2df" providerId="Windows Live" clId="Web-{E945C758-043C-44AD-879A-BF7BE0994F50}" dt="2025-12-12T19:16:01.719" v="414"/>
          <ac:spMkLst>
            <pc:docMk/>
            <pc:sldMk cId="2581050123" sldId="268"/>
            <ac:spMk id="9" creationId="{21690D5C-18E0-3D9B-8115-49DF973227EF}"/>
          </ac:spMkLst>
        </pc:spChg>
        <pc:spChg chg="add">
          <ac:chgData name="Мехрдод Солихов" userId="1903d256b615c2df" providerId="Windows Live" clId="Web-{E945C758-043C-44AD-879A-BF7BE0994F50}" dt="2025-12-12T19:16:01.719" v="415"/>
          <ac:spMkLst>
            <pc:docMk/>
            <pc:sldMk cId="2581050123" sldId="268"/>
            <ac:spMk id="11" creationId="{2DDCF3D0-C53F-B54B-A691-F8247ACC3AE7}"/>
          </ac:spMkLst>
        </pc:spChg>
        <pc:spChg chg="add">
          <ac:chgData name="Мехрдод Солихов" userId="1903d256b615c2df" providerId="Windows Live" clId="Web-{E945C758-043C-44AD-879A-BF7BE0994F50}" dt="2025-12-12T19:16:01.734" v="416"/>
          <ac:spMkLst>
            <pc:docMk/>
            <pc:sldMk cId="2581050123" sldId="268"/>
            <ac:spMk id="13" creationId="{95C85640-FBFE-1A60-82E8-714BCD592755}"/>
          </ac:spMkLst>
        </pc:spChg>
        <pc:spChg chg="add">
          <ac:chgData name="Мехрдод Солихов" userId="1903d256b615c2df" providerId="Windows Live" clId="Web-{E945C758-043C-44AD-879A-BF7BE0994F50}" dt="2025-12-12T19:16:01.828" v="418"/>
          <ac:spMkLst>
            <pc:docMk/>
            <pc:sldMk cId="2581050123" sldId="268"/>
            <ac:spMk id="17" creationId="{1B8625D9-C38D-F662-648A-960B9B77CEB7}"/>
          </ac:spMkLst>
        </pc:spChg>
        <pc:spChg chg="add">
          <ac:chgData name="Мехрдод Солихов" userId="1903d256b615c2df" providerId="Windows Live" clId="Web-{E945C758-043C-44AD-879A-BF7BE0994F50}" dt="2025-12-12T19:16:01.828" v="419"/>
          <ac:spMkLst>
            <pc:docMk/>
            <pc:sldMk cId="2581050123" sldId="268"/>
            <ac:spMk id="19" creationId="{26E8A33A-F787-7DA6-9109-E9FA7C1F72D7}"/>
          </ac:spMkLst>
        </pc:spChg>
        <pc:spChg chg="add mod">
          <ac:chgData name="Мехрдод Солихов" userId="1903d256b615c2df" providerId="Windows Live" clId="Web-{E945C758-043C-44AD-879A-BF7BE0994F50}" dt="2025-12-12T19:16:23.172" v="438" actId="20577"/>
          <ac:spMkLst>
            <pc:docMk/>
            <pc:sldMk cId="2581050123" sldId="268"/>
            <ac:spMk id="21" creationId="{1AEB6B24-8A93-416A-1C46-2A12ADBCE629}"/>
          </ac:spMkLst>
        </pc:spChg>
        <pc:spChg chg="add mod">
          <ac:chgData name="Мехрдод Солихов" userId="1903d256b615c2df" providerId="Windows Live" clId="Web-{E945C758-043C-44AD-879A-BF7BE0994F50}" dt="2025-12-12T19:17:35.736" v="476" actId="20577"/>
          <ac:spMkLst>
            <pc:docMk/>
            <pc:sldMk cId="2581050123" sldId="268"/>
            <ac:spMk id="25" creationId="{F737F8B4-93EB-129E-8283-F54253E04344}"/>
          </ac:spMkLst>
        </pc:spChg>
        <pc:picChg chg="add">
          <ac:chgData name="Мехрдод Солихов" userId="1903d256b615c2df" providerId="Windows Live" clId="Web-{E945C758-043C-44AD-879A-BF7BE0994F50}" dt="2025-12-12T19:16:01.703" v="411"/>
          <ac:picMkLst>
            <pc:docMk/>
            <pc:sldMk cId="2581050123" sldId="268"/>
            <ac:picMk id="3" creationId="{F0396387-E28F-B1DC-E3C0-6A23D9077023}"/>
          </ac:picMkLst>
        </pc:picChg>
        <pc:picChg chg="add">
          <ac:chgData name="Мехрдод Солихов" userId="1903d256b615c2df" providerId="Windows Live" clId="Web-{E945C758-043C-44AD-879A-BF7BE0994F50}" dt="2025-12-12T19:16:01.703" v="412"/>
          <ac:picMkLst>
            <pc:docMk/>
            <pc:sldMk cId="2581050123" sldId="268"/>
            <ac:picMk id="5" creationId="{C760818C-D19D-ECA1-DEE4-63E6C04E13DD}"/>
          </ac:picMkLst>
        </pc:picChg>
        <pc:picChg chg="add">
          <ac:chgData name="Мехрдод Солихов" userId="1903d256b615c2df" providerId="Windows Live" clId="Web-{E945C758-043C-44AD-879A-BF7BE0994F50}" dt="2025-12-12T19:16:01.719" v="413"/>
          <ac:picMkLst>
            <pc:docMk/>
            <pc:sldMk cId="2581050123" sldId="268"/>
            <ac:picMk id="7" creationId="{808E3CA4-161B-4E1B-8779-73D814AF1B42}"/>
          </ac:picMkLst>
        </pc:picChg>
        <pc:picChg chg="add">
          <ac:chgData name="Мехрдод Солихов" userId="1903d256b615c2df" providerId="Windows Live" clId="Web-{E945C758-043C-44AD-879A-BF7BE0994F50}" dt="2025-12-12T19:16:01.812" v="417"/>
          <ac:picMkLst>
            <pc:docMk/>
            <pc:sldMk cId="2581050123" sldId="268"/>
            <ac:picMk id="15" creationId="{21D4D56A-7082-3654-8D1B-FF7ED1F10DB6}"/>
          </ac:picMkLst>
        </pc:picChg>
        <pc:picChg chg="add">
          <ac:chgData name="Мехрдод Солихов" userId="1903d256b615c2df" providerId="Windows Live" clId="Web-{E945C758-043C-44AD-879A-BF7BE0994F50}" dt="2025-12-12T19:16:01.859" v="421"/>
          <ac:picMkLst>
            <pc:docMk/>
            <pc:sldMk cId="2581050123" sldId="268"/>
            <ac:picMk id="23" creationId="{AB80A86F-8690-94D2-DE28-AD1D772E5191}"/>
          </ac:picMkLst>
        </pc:picChg>
        <pc:picChg chg="add">
          <ac:chgData name="Мехрдод Солихов" userId="1903d256b615c2df" providerId="Windows Live" clId="Web-{E945C758-043C-44AD-879A-BF7BE0994F50}" dt="2025-12-12T19:16:01.890" v="423"/>
          <ac:picMkLst>
            <pc:docMk/>
            <pc:sldMk cId="2581050123" sldId="268"/>
            <ac:picMk id="27" creationId="{793BAF4A-4741-947E-D535-50D17463CEF1}"/>
          </ac:picMkLst>
        </pc:picChg>
      </pc:sldChg>
    </pc:docChg>
  </pc:docChgLst>
  <pc:docChgLst>
    <pc:chgData name="Мехрдод Солихов" userId="1903d256b615c2df" providerId="Windows Live" clId="Web-{B23D6068-09D4-8636-D910-FC7F20771AA1}"/>
    <pc:docChg chg="modSld">
      <pc:chgData name="Мехрдод Солихов" userId="1903d256b615c2df" providerId="Windows Live" clId="Web-{B23D6068-09D4-8636-D910-FC7F20771AA1}" dt="2025-12-13T05:15:59.997" v="12"/>
      <pc:docMkLst>
        <pc:docMk/>
      </pc:docMkLst>
      <pc:sldChg chg="mod setBg">
        <pc:chgData name="Мехрдод Солихов" userId="1903d256b615c2df" providerId="Windows Live" clId="Web-{B23D6068-09D4-8636-D910-FC7F20771AA1}" dt="2025-12-13T05:15:12.898" v="1"/>
        <pc:sldMkLst>
          <pc:docMk/>
          <pc:sldMk cId="400645097" sldId="256"/>
        </pc:sldMkLst>
      </pc:sldChg>
      <pc:sldChg chg="mod setBg">
        <pc:chgData name="Мехрдод Солихов" userId="1903d256b615c2df" providerId="Windows Live" clId="Web-{B23D6068-09D4-8636-D910-FC7F20771AA1}" dt="2025-12-13T05:15:20.258" v="2"/>
        <pc:sldMkLst>
          <pc:docMk/>
          <pc:sldMk cId="3890871816" sldId="258"/>
        </pc:sldMkLst>
      </pc:sldChg>
      <pc:sldChg chg="mod setBg">
        <pc:chgData name="Мехрдод Солихов" userId="1903d256b615c2df" providerId="Windows Live" clId="Web-{B23D6068-09D4-8636-D910-FC7F20771AA1}" dt="2025-12-13T05:15:25.149" v="3"/>
        <pc:sldMkLst>
          <pc:docMk/>
          <pc:sldMk cId="463357489" sldId="259"/>
        </pc:sldMkLst>
      </pc:sldChg>
      <pc:sldChg chg="mod setBg">
        <pc:chgData name="Мехрдод Солихов" userId="1903d256b615c2df" providerId="Windows Live" clId="Web-{B23D6068-09D4-8636-D910-FC7F20771AA1}" dt="2025-12-13T05:15:28.994" v="4"/>
        <pc:sldMkLst>
          <pc:docMk/>
          <pc:sldMk cId="2568391551" sldId="260"/>
        </pc:sldMkLst>
      </pc:sldChg>
      <pc:sldChg chg="mod setBg">
        <pc:chgData name="Мехрдод Солихов" userId="1903d256b615c2df" providerId="Windows Live" clId="Web-{B23D6068-09D4-8636-D910-FC7F20771AA1}" dt="2025-12-13T05:15:32.338" v="5"/>
        <pc:sldMkLst>
          <pc:docMk/>
          <pc:sldMk cId="2408234558" sldId="261"/>
        </pc:sldMkLst>
      </pc:sldChg>
      <pc:sldChg chg="mod setBg">
        <pc:chgData name="Мехрдод Солихов" userId="1903d256b615c2df" providerId="Windows Live" clId="Web-{B23D6068-09D4-8636-D910-FC7F20771AA1}" dt="2025-12-13T05:15:36.479" v="6"/>
        <pc:sldMkLst>
          <pc:docMk/>
          <pc:sldMk cId="1637526342" sldId="262"/>
        </pc:sldMkLst>
      </pc:sldChg>
      <pc:sldChg chg="mod setBg">
        <pc:chgData name="Мехрдод Солихов" userId="1903d256b615c2df" providerId="Windows Live" clId="Web-{B23D6068-09D4-8636-D910-FC7F20771AA1}" dt="2025-12-13T05:15:40.041" v="7"/>
        <pc:sldMkLst>
          <pc:docMk/>
          <pc:sldMk cId="1080697727" sldId="263"/>
        </pc:sldMkLst>
      </pc:sldChg>
      <pc:sldChg chg="mod setBg">
        <pc:chgData name="Мехрдод Солихов" userId="1903d256b615c2df" providerId="Windows Live" clId="Web-{B23D6068-09D4-8636-D910-FC7F20771AA1}" dt="2025-12-13T05:15:48.074" v="9"/>
        <pc:sldMkLst>
          <pc:docMk/>
          <pc:sldMk cId="138904812" sldId="264"/>
        </pc:sldMkLst>
      </pc:sldChg>
      <pc:sldChg chg="mod setBg">
        <pc:chgData name="Мехрдод Солихов" userId="1903d256b615c2df" providerId="Windows Live" clId="Web-{B23D6068-09D4-8636-D910-FC7F20771AA1}" dt="2025-12-13T05:15:51.715" v="10"/>
        <pc:sldMkLst>
          <pc:docMk/>
          <pc:sldMk cId="2191354485" sldId="265"/>
        </pc:sldMkLst>
      </pc:sldChg>
      <pc:sldChg chg="mod setBg">
        <pc:chgData name="Мехрдод Солихов" userId="1903d256b615c2df" providerId="Windows Live" clId="Web-{B23D6068-09D4-8636-D910-FC7F20771AA1}" dt="2025-12-13T05:15:59.997" v="12"/>
        <pc:sldMkLst>
          <pc:docMk/>
          <pc:sldMk cId="202728253" sldId="266"/>
        </pc:sldMkLst>
      </pc:sldChg>
      <pc:sldChg chg="mod setBg">
        <pc:chgData name="Мехрдод Солихов" userId="1903d256b615c2df" providerId="Windows Live" clId="Web-{B23D6068-09D4-8636-D910-FC7F20771AA1}" dt="2025-12-13T05:15:44.370" v="8"/>
        <pc:sldMkLst>
          <pc:docMk/>
          <pc:sldMk cId="1311095229" sldId="267"/>
        </pc:sldMkLst>
      </pc:sldChg>
      <pc:sldChg chg="mod setBg">
        <pc:chgData name="Мехрдод Солихов" userId="1903d256b615c2df" providerId="Windows Live" clId="Web-{B23D6068-09D4-8636-D910-FC7F20771AA1}" dt="2025-12-13T05:15:55.840" v="11"/>
        <pc:sldMkLst>
          <pc:docMk/>
          <pc:sldMk cId="2581050123" sldId="268"/>
        </pc:sldMkLst>
      </pc:sldChg>
    </pc:docChg>
  </pc:docChgLst>
  <pc:docChgLst>
    <pc:chgData name="Мехрдод Солихов" userId="1903d256b615c2df" providerId="Windows Live" clId="Web-{164A8DF4-51EC-4839-8E55-05009C0557C8}"/>
    <pc:docChg chg="modSld">
      <pc:chgData name="Мехрдод Солихов" userId="1903d256b615c2df" providerId="Windows Live" clId="Web-{164A8DF4-51EC-4839-8E55-05009C0557C8}" dt="2025-12-13T05:27:07.639" v="60" actId="20577"/>
      <pc:docMkLst>
        <pc:docMk/>
      </pc:docMkLst>
      <pc:sldChg chg="modSp">
        <pc:chgData name="Мехрдод Солихов" userId="1903d256b615c2df" providerId="Windows Live" clId="Web-{164A8DF4-51EC-4839-8E55-05009C0557C8}" dt="2025-12-13T05:27:07.639" v="60" actId="20577"/>
        <pc:sldMkLst>
          <pc:docMk/>
          <pc:sldMk cId="463357489" sldId="259"/>
        </pc:sldMkLst>
        <pc:spChg chg="mod">
          <ac:chgData name="Мехрдод Солихов" userId="1903d256b615c2df" providerId="Windows Live" clId="Web-{164A8DF4-51EC-4839-8E55-05009C0557C8}" dt="2025-12-13T05:27:07.639" v="60" actId="20577"/>
          <ac:spMkLst>
            <pc:docMk/>
            <pc:sldMk cId="463357489" sldId="259"/>
            <ac:spMk id="4" creationId="{00000000-0000-0000-0000-000000000000}"/>
          </ac:spMkLst>
        </pc:spChg>
        <pc:spChg chg="mod">
          <ac:chgData name="Мехрдод Солихов" userId="1903d256b615c2df" providerId="Windows Live" clId="Web-{164A8DF4-51EC-4839-8E55-05009C0557C8}" dt="2025-12-13T05:22:58.275" v="3" actId="20577"/>
          <ac:spMkLst>
            <pc:docMk/>
            <pc:sldMk cId="463357489" sldId="259"/>
            <ac:spMk id="5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2E6C6F-9A9C-4CB2-95D1-F32D037FC87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E5B3C03-7AFE-4B8B-9915-5DC00234526C}">
      <dgm:prSet/>
      <dgm:spPr/>
      <dgm:t>
        <a:bodyPr/>
        <a:lstStyle/>
        <a:p>
          <a:r>
            <a:rPr lang="ru-RU"/>
            <a:t>Задачи:</a:t>
          </a:r>
          <a:endParaRPr lang="en-US"/>
        </a:p>
      </dgm:t>
    </dgm:pt>
    <dgm:pt modelId="{295E0098-8C23-41F6-A421-A2FC7B9941B8}" type="parTrans" cxnId="{4927000A-74B6-49DD-ADDE-AFDE635DDA55}">
      <dgm:prSet/>
      <dgm:spPr/>
      <dgm:t>
        <a:bodyPr/>
        <a:lstStyle/>
        <a:p>
          <a:endParaRPr lang="en-US"/>
        </a:p>
      </dgm:t>
    </dgm:pt>
    <dgm:pt modelId="{71F3956B-7325-4C23-9084-03F2BA45C305}" type="sibTrans" cxnId="{4927000A-74B6-49DD-ADDE-AFDE635DDA55}">
      <dgm:prSet/>
      <dgm:spPr/>
      <dgm:t>
        <a:bodyPr/>
        <a:lstStyle/>
        <a:p>
          <a:endParaRPr lang="en-US"/>
        </a:p>
      </dgm:t>
    </dgm:pt>
    <dgm:pt modelId="{40C3EBFB-A4B8-4A7A-BDF2-77AA293A6A5A}">
      <dgm:prSet/>
      <dgm:spPr/>
      <dgm:t>
        <a:bodyPr/>
        <a:lstStyle/>
        <a:p>
          <a:r>
            <a:rPr lang="ru-RU"/>
            <a:t>Реализовать систему авторизации, с тремя режимами работы</a:t>
          </a:r>
          <a:endParaRPr lang="en-US"/>
        </a:p>
      </dgm:t>
    </dgm:pt>
    <dgm:pt modelId="{D75911C2-1B5F-44A9-B3EB-AACAAC0C9F57}" type="parTrans" cxnId="{0309B425-4918-4FB4-9978-3F0AC3C62C29}">
      <dgm:prSet/>
      <dgm:spPr/>
      <dgm:t>
        <a:bodyPr/>
        <a:lstStyle/>
        <a:p>
          <a:endParaRPr lang="en-US"/>
        </a:p>
      </dgm:t>
    </dgm:pt>
    <dgm:pt modelId="{BD67922C-CDC7-47AC-91B3-7DA45DE4B6ED}" type="sibTrans" cxnId="{0309B425-4918-4FB4-9978-3F0AC3C62C29}">
      <dgm:prSet/>
      <dgm:spPr/>
      <dgm:t>
        <a:bodyPr/>
        <a:lstStyle/>
        <a:p>
          <a:endParaRPr lang="en-US"/>
        </a:p>
      </dgm:t>
    </dgm:pt>
    <dgm:pt modelId="{FF4D137B-DF0F-408F-B744-DA13D9822193}">
      <dgm:prSet/>
      <dgm:spPr/>
      <dgm:t>
        <a:bodyPr/>
        <a:lstStyle/>
        <a:p>
          <a:r>
            <a:rPr lang="ru-RU"/>
            <a:t>Создать локальную базу данных ROOM</a:t>
          </a:r>
          <a:endParaRPr lang="en-US"/>
        </a:p>
      </dgm:t>
    </dgm:pt>
    <dgm:pt modelId="{A9FE6D62-41CB-41A4-B556-2E53069EF962}" type="parTrans" cxnId="{648B8FF4-F147-4F82-9233-EE07C329EC49}">
      <dgm:prSet/>
      <dgm:spPr/>
      <dgm:t>
        <a:bodyPr/>
        <a:lstStyle/>
        <a:p>
          <a:endParaRPr lang="en-US"/>
        </a:p>
      </dgm:t>
    </dgm:pt>
    <dgm:pt modelId="{30A66150-BC10-4EE4-B3FB-55FD5BBEAF98}" type="sibTrans" cxnId="{648B8FF4-F147-4F82-9233-EE07C329EC49}">
      <dgm:prSet/>
      <dgm:spPr/>
      <dgm:t>
        <a:bodyPr/>
        <a:lstStyle/>
        <a:p>
          <a:endParaRPr lang="en-US"/>
        </a:p>
      </dgm:t>
    </dgm:pt>
    <dgm:pt modelId="{8F84B176-986E-4BC4-B5FC-8AD3B3998E96}">
      <dgm:prSet/>
      <dgm:spPr/>
      <dgm:t>
        <a:bodyPr/>
        <a:lstStyle/>
        <a:p>
          <a:r>
            <a:rPr lang="ru-RU"/>
            <a:t>Реализовать функционал для работы со студентами и преподавтелями</a:t>
          </a:r>
          <a:endParaRPr lang="en-US"/>
        </a:p>
      </dgm:t>
    </dgm:pt>
    <dgm:pt modelId="{CF56E041-A480-48C6-912E-16B77DF668ED}" type="parTrans" cxnId="{C6FE3976-F398-45FD-8F68-A4E7234295C2}">
      <dgm:prSet/>
      <dgm:spPr/>
      <dgm:t>
        <a:bodyPr/>
        <a:lstStyle/>
        <a:p>
          <a:endParaRPr lang="en-US"/>
        </a:p>
      </dgm:t>
    </dgm:pt>
    <dgm:pt modelId="{60A01A6A-A182-46CF-8095-74837E18DFEC}" type="sibTrans" cxnId="{C6FE3976-F398-45FD-8F68-A4E7234295C2}">
      <dgm:prSet/>
      <dgm:spPr/>
      <dgm:t>
        <a:bodyPr/>
        <a:lstStyle/>
        <a:p>
          <a:endParaRPr lang="en-US"/>
        </a:p>
      </dgm:t>
    </dgm:pt>
    <dgm:pt modelId="{DFCC07AA-C0B1-47B4-9A44-83442E7708E3}">
      <dgm:prSet/>
      <dgm:spPr/>
      <dgm:t>
        <a:bodyPr/>
        <a:lstStyle/>
        <a:p>
          <a:r>
            <a:rPr lang="ru-RU"/>
            <a:t>Реализовать удобную навигацию</a:t>
          </a:r>
          <a:endParaRPr lang="en-US"/>
        </a:p>
      </dgm:t>
    </dgm:pt>
    <dgm:pt modelId="{673EF8FC-EE19-4EEF-A324-5C8723A42D58}" type="parTrans" cxnId="{38DFE4D0-E92C-4138-B255-132FF28F7E21}">
      <dgm:prSet/>
      <dgm:spPr/>
      <dgm:t>
        <a:bodyPr/>
        <a:lstStyle/>
        <a:p>
          <a:endParaRPr lang="en-US"/>
        </a:p>
      </dgm:t>
    </dgm:pt>
    <dgm:pt modelId="{3BAD115C-1E3E-4F0D-ABAF-D09C516FBF55}" type="sibTrans" cxnId="{38DFE4D0-E92C-4138-B255-132FF28F7E21}">
      <dgm:prSet/>
      <dgm:spPr/>
      <dgm:t>
        <a:bodyPr/>
        <a:lstStyle/>
        <a:p>
          <a:endParaRPr lang="en-US"/>
        </a:p>
      </dgm:t>
    </dgm:pt>
    <dgm:pt modelId="{660FAFC5-DBCE-4A69-8382-D3F07B91CBC2}" type="pres">
      <dgm:prSet presAssocID="{152E6C6F-9A9C-4CB2-95D1-F32D037FC872}" presName="outerComposite" presStyleCnt="0">
        <dgm:presLayoutVars>
          <dgm:chMax val="5"/>
          <dgm:dir/>
          <dgm:resizeHandles val="exact"/>
        </dgm:presLayoutVars>
      </dgm:prSet>
      <dgm:spPr/>
    </dgm:pt>
    <dgm:pt modelId="{C94C42B9-2934-4F1E-AE26-4091CBD20109}" type="pres">
      <dgm:prSet presAssocID="{152E6C6F-9A9C-4CB2-95D1-F32D037FC872}" presName="dummyMaxCanvas" presStyleCnt="0">
        <dgm:presLayoutVars/>
      </dgm:prSet>
      <dgm:spPr/>
    </dgm:pt>
    <dgm:pt modelId="{77F8587C-7C66-4F53-8CEF-4CA9E4A581CE}" type="pres">
      <dgm:prSet presAssocID="{152E6C6F-9A9C-4CB2-95D1-F32D037FC872}" presName="FiveNodes_1" presStyleLbl="node1" presStyleIdx="0" presStyleCnt="5">
        <dgm:presLayoutVars>
          <dgm:bulletEnabled val="1"/>
        </dgm:presLayoutVars>
      </dgm:prSet>
      <dgm:spPr/>
    </dgm:pt>
    <dgm:pt modelId="{969A366D-5E1E-4370-8CE2-E9D8934A3D99}" type="pres">
      <dgm:prSet presAssocID="{152E6C6F-9A9C-4CB2-95D1-F32D037FC872}" presName="FiveNodes_2" presStyleLbl="node1" presStyleIdx="1" presStyleCnt="5">
        <dgm:presLayoutVars>
          <dgm:bulletEnabled val="1"/>
        </dgm:presLayoutVars>
      </dgm:prSet>
      <dgm:spPr/>
    </dgm:pt>
    <dgm:pt modelId="{8B09E515-EAC2-4D66-BAA8-1406153DE0E7}" type="pres">
      <dgm:prSet presAssocID="{152E6C6F-9A9C-4CB2-95D1-F32D037FC872}" presName="FiveNodes_3" presStyleLbl="node1" presStyleIdx="2" presStyleCnt="5">
        <dgm:presLayoutVars>
          <dgm:bulletEnabled val="1"/>
        </dgm:presLayoutVars>
      </dgm:prSet>
      <dgm:spPr/>
    </dgm:pt>
    <dgm:pt modelId="{29DE4316-1D6C-42C2-8287-B8F0E73FA47A}" type="pres">
      <dgm:prSet presAssocID="{152E6C6F-9A9C-4CB2-95D1-F32D037FC872}" presName="FiveNodes_4" presStyleLbl="node1" presStyleIdx="3" presStyleCnt="5">
        <dgm:presLayoutVars>
          <dgm:bulletEnabled val="1"/>
        </dgm:presLayoutVars>
      </dgm:prSet>
      <dgm:spPr/>
    </dgm:pt>
    <dgm:pt modelId="{8C0491B4-584E-4A50-95BA-19BEBA5DBB07}" type="pres">
      <dgm:prSet presAssocID="{152E6C6F-9A9C-4CB2-95D1-F32D037FC872}" presName="FiveNodes_5" presStyleLbl="node1" presStyleIdx="4" presStyleCnt="5">
        <dgm:presLayoutVars>
          <dgm:bulletEnabled val="1"/>
        </dgm:presLayoutVars>
      </dgm:prSet>
      <dgm:spPr/>
    </dgm:pt>
    <dgm:pt modelId="{DA6827C9-2A15-423E-869D-95313840E39D}" type="pres">
      <dgm:prSet presAssocID="{152E6C6F-9A9C-4CB2-95D1-F32D037FC872}" presName="FiveConn_1-2" presStyleLbl="fgAccFollowNode1" presStyleIdx="0" presStyleCnt="4">
        <dgm:presLayoutVars>
          <dgm:bulletEnabled val="1"/>
        </dgm:presLayoutVars>
      </dgm:prSet>
      <dgm:spPr/>
    </dgm:pt>
    <dgm:pt modelId="{8A119F19-1BDE-4412-83C4-E49C42ABBCA3}" type="pres">
      <dgm:prSet presAssocID="{152E6C6F-9A9C-4CB2-95D1-F32D037FC872}" presName="FiveConn_2-3" presStyleLbl="fgAccFollowNode1" presStyleIdx="1" presStyleCnt="4">
        <dgm:presLayoutVars>
          <dgm:bulletEnabled val="1"/>
        </dgm:presLayoutVars>
      </dgm:prSet>
      <dgm:spPr/>
    </dgm:pt>
    <dgm:pt modelId="{FA58976A-9BE6-4240-9F19-9F56A6868EFD}" type="pres">
      <dgm:prSet presAssocID="{152E6C6F-9A9C-4CB2-95D1-F32D037FC872}" presName="FiveConn_3-4" presStyleLbl="fgAccFollowNode1" presStyleIdx="2" presStyleCnt="4">
        <dgm:presLayoutVars>
          <dgm:bulletEnabled val="1"/>
        </dgm:presLayoutVars>
      </dgm:prSet>
      <dgm:spPr/>
    </dgm:pt>
    <dgm:pt modelId="{3E15FE50-5F81-4884-92CC-DCD6C434F7BB}" type="pres">
      <dgm:prSet presAssocID="{152E6C6F-9A9C-4CB2-95D1-F32D037FC872}" presName="FiveConn_4-5" presStyleLbl="fgAccFollowNode1" presStyleIdx="3" presStyleCnt="4">
        <dgm:presLayoutVars>
          <dgm:bulletEnabled val="1"/>
        </dgm:presLayoutVars>
      </dgm:prSet>
      <dgm:spPr/>
    </dgm:pt>
    <dgm:pt modelId="{54C7702E-9250-4166-B8FC-599ED6D03324}" type="pres">
      <dgm:prSet presAssocID="{152E6C6F-9A9C-4CB2-95D1-F32D037FC872}" presName="FiveNodes_1_text" presStyleLbl="node1" presStyleIdx="4" presStyleCnt="5">
        <dgm:presLayoutVars>
          <dgm:bulletEnabled val="1"/>
        </dgm:presLayoutVars>
      </dgm:prSet>
      <dgm:spPr/>
    </dgm:pt>
    <dgm:pt modelId="{8BB0D84C-7A49-4198-932B-620C7961D238}" type="pres">
      <dgm:prSet presAssocID="{152E6C6F-9A9C-4CB2-95D1-F32D037FC872}" presName="FiveNodes_2_text" presStyleLbl="node1" presStyleIdx="4" presStyleCnt="5">
        <dgm:presLayoutVars>
          <dgm:bulletEnabled val="1"/>
        </dgm:presLayoutVars>
      </dgm:prSet>
      <dgm:spPr/>
    </dgm:pt>
    <dgm:pt modelId="{67FA4659-298E-4305-AE56-BE83D4EA65C3}" type="pres">
      <dgm:prSet presAssocID="{152E6C6F-9A9C-4CB2-95D1-F32D037FC872}" presName="FiveNodes_3_text" presStyleLbl="node1" presStyleIdx="4" presStyleCnt="5">
        <dgm:presLayoutVars>
          <dgm:bulletEnabled val="1"/>
        </dgm:presLayoutVars>
      </dgm:prSet>
      <dgm:spPr/>
    </dgm:pt>
    <dgm:pt modelId="{C1ED3B4F-9F6E-4C4C-86BF-A63D58C0C0AF}" type="pres">
      <dgm:prSet presAssocID="{152E6C6F-9A9C-4CB2-95D1-F32D037FC872}" presName="FiveNodes_4_text" presStyleLbl="node1" presStyleIdx="4" presStyleCnt="5">
        <dgm:presLayoutVars>
          <dgm:bulletEnabled val="1"/>
        </dgm:presLayoutVars>
      </dgm:prSet>
      <dgm:spPr/>
    </dgm:pt>
    <dgm:pt modelId="{69735E0E-9DD5-48E1-A6CE-C892340EFA85}" type="pres">
      <dgm:prSet presAssocID="{152E6C6F-9A9C-4CB2-95D1-F32D037FC87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927000A-74B6-49DD-ADDE-AFDE635DDA55}" srcId="{152E6C6F-9A9C-4CB2-95D1-F32D037FC872}" destId="{2E5B3C03-7AFE-4B8B-9915-5DC00234526C}" srcOrd="0" destOrd="0" parTransId="{295E0098-8C23-41F6-A421-A2FC7B9941B8}" sibTransId="{71F3956B-7325-4C23-9084-03F2BA45C305}"/>
    <dgm:cxn modelId="{0E265A14-4E88-4473-8196-23720BE5F5C5}" type="presOf" srcId="{BD67922C-CDC7-47AC-91B3-7DA45DE4B6ED}" destId="{8A119F19-1BDE-4412-83C4-E49C42ABBCA3}" srcOrd="0" destOrd="0" presId="urn:microsoft.com/office/officeart/2005/8/layout/vProcess5"/>
    <dgm:cxn modelId="{62EC3A15-2560-47FA-979F-8E66F84A316D}" type="presOf" srcId="{60A01A6A-A182-46CF-8095-74837E18DFEC}" destId="{3E15FE50-5F81-4884-92CC-DCD6C434F7BB}" srcOrd="0" destOrd="0" presId="urn:microsoft.com/office/officeart/2005/8/layout/vProcess5"/>
    <dgm:cxn modelId="{CA77C41C-2334-4231-BC0E-053672AFA0F0}" type="presOf" srcId="{FF4D137B-DF0F-408F-B744-DA13D9822193}" destId="{8B09E515-EAC2-4D66-BAA8-1406153DE0E7}" srcOrd="0" destOrd="0" presId="urn:microsoft.com/office/officeart/2005/8/layout/vProcess5"/>
    <dgm:cxn modelId="{6B989321-F787-46F9-9E14-AE095FB6A0D7}" type="presOf" srcId="{DFCC07AA-C0B1-47B4-9A44-83442E7708E3}" destId="{8C0491B4-584E-4A50-95BA-19BEBA5DBB07}" srcOrd="0" destOrd="0" presId="urn:microsoft.com/office/officeart/2005/8/layout/vProcess5"/>
    <dgm:cxn modelId="{0309B425-4918-4FB4-9978-3F0AC3C62C29}" srcId="{152E6C6F-9A9C-4CB2-95D1-F32D037FC872}" destId="{40C3EBFB-A4B8-4A7A-BDF2-77AA293A6A5A}" srcOrd="1" destOrd="0" parTransId="{D75911C2-1B5F-44A9-B3EB-AACAAC0C9F57}" sibTransId="{BD67922C-CDC7-47AC-91B3-7DA45DE4B6ED}"/>
    <dgm:cxn modelId="{D1996B5B-2627-44EB-9F38-A50244DEF78B}" type="presOf" srcId="{2E5B3C03-7AFE-4B8B-9915-5DC00234526C}" destId="{77F8587C-7C66-4F53-8CEF-4CA9E4A581CE}" srcOrd="0" destOrd="0" presId="urn:microsoft.com/office/officeart/2005/8/layout/vProcess5"/>
    <dgm:cxn modelId="{47C72A64-EEAE-472D-9D50-675E19F31B95}" type="presOf" srcId="{8F84B176-986E-4BC4-B5FC-8AD3B3998E96}" destId="{C1ED3B4F-9F6E-4C4C-86BF-A63D58C0C0AF}" srcOrd="1" destOrd="0" presId="urn:microsoft.com/office/officeart/2005/8/layout/vProcess5"/>
    <dgm:cxn modelId="{CD96C365-60A1-4E45-A814-AAB876038F96}" type="presOf" srcId="{40C3EBFB-A4B8-4A7A-BDF2-77AA293A6A5A}" destId="{969A366D-5E1E-4370-8CE2-E9D8934A3D99}" srcOrd="0" destOrd="0" presId="urn:microsoft.com/office/officeart/2005/8/layout/vProcess5"/>
    <dgm:cxn modelId="{C6FE3976-F398-45FD-8F68-A4E7234295C2}" srcId="{152E6C6F-9A9C-4CB2-95D1-F32D037FC872}" destId="{8F84B176-986E-4BC4-B5FC-8AD3B3998E96}" srcOrd="3" destOrd="0" parTransId="{CF56E041-A480-48C6-912E-16B77DF668ED}" sibTransId="{60A01A6A-A182-46CF-8095-74837E18DFEC}"/>
    <dgm:cxn modelId="{0E73DA93-B874-4352-AA82-E828F51FFD73}" type="presOf" srcId="{30A66150-BC10-4EE4-B3FB-55FD5BBEAF98}" destId="{FA58976A-9BE6-4240-9F19-9F56A6868EFD}" srcOrd="0" destOrd="0" presId="urn:microsoft.com/office/officeart/2005/8/layout/vProcess5"/>
    <dgm:cxn modelId="{5BB0ED94-7ADC-4E80-938E-4CB9051A6BBB}" type="presOf" srcId="{2E5B3C03-7AFE-4B8B-9915-5DC00234526C}" destId="{54C7702E-9250-4166-B8FC-599ED6D03324}" srcOrd="1" destOrd="0" presId="urn:microsoft.com/office/officeart/2005/8/layout/vProcess5"/>
    <dgm:cxn modelId="{DFA99996-42C1-4514-80FF-CB85D605F740}" type="presOf" srcId="{71F3956B-7325-4C23-9084-03F2BA45C305}" destId="{DA6827C9-2A15-423E-869D-95313840E39D}" srcOrd="0" destOrd="0" presId="urn:microsoft.com/office/officeart/2005/8/layout/vProcess5"/>
    <dgm:cxn modelId="{35E35D99-1B1D-4DC1-B0D0-4F6F5A4C9474}" type="presOf" srcId="{DFCC07AA-C0B1-47B4-9A44-83442E7708E3}" destId="{69735E0E-9DD5-48E1-A6CE-C892340EFA85}" srcOrd="1" destOrd="0" presId="urn:microsoft.com/office/officeart/2005/8/layout/vProcess5"/>
    <dgm:cxn modelId="{3FBCFBB4-5832-4E28-8D77-260D4690A3BF}" type="presOf" srcId="{152E6C6F-9A9C-4CB2-95D1-F32D037FC872}" destId="{660FAFC5-DBCE-4A69-8382-D3F07B91CBC2}" srcOrd="0" destOrd="0" presId="urn:microsoft.com/office/officeart/2005/8/layout/vProcess5"/>
    <dgm:cxn modelId="{027478B7-7678-4C0A-A6EA-3152172839ED}" type="presOf" srcId="{40C3EBFB-A4B8-4A7A-BDF2-77AA293A6A5A}" destId="{8BB0D84C-7A49-4198-932B-620C7961D238}" srcOrd="1" destOrd="0" presId="urn:microsoft.com/office/officeart/2005/8/layout/vProcess5"/>
    <dgm:cxn modelId="{C95127C6-02B9-4B4D-9710-08B6BAFE84A0}" type="presOf" srcId="{FF4D137B-DF0F-408F-B744-DA13D9822193}" destId="{67FA4659-298E-4305-AE56-BE83D4EA65C3}" srcOrd="1" destOrd="0" presId="urn:microsoft.com/office/officeart/2005/8/layout/vProcess5"/>
    <dgm:cxn modelId="{38DFE4D0-E92C-4138-B255-132FF28F7E21}" srcId="{152E6C6F-9A9C-4CB2-95D1-F32D037FC872}" destId="{DFCC07AA-C0B1-47B4-9A44-83442E7708E3}" srcOrd="4" destOrd="0" parTransId="{673EF8FC-EE19-4EEF-A324-5C8723A42D58}" sibTransId="{3BAD115C-1E3E-4F0D-ABAF-D09C516FBF55}"/>
    <dgm:cxn modelId="{50BE4BE3-4E33-4118-AA7B-CC2AFF3FE694}" type="presOf" srcId="{8F84B176-986E-4BC4-B5FC-8AD3B3998E96}" destId="{29DE4316-1D6C-42C2-8287-B8F0E73FA47A}" srcOrd="0" destOrd="0" presId="urn:microsoft.com/office/officeart/2005/8/layout/vProcess5"/>
    <dgm:cxn modelId="{648B8FF4-F147-4F82-9233-EE07C329EC49}" srcId="{152E6C6F-9A9C-4CB2-95D1-F32D037FC872}" destId="{FF4D137B-DF0F-408F-B744-DA13D9822193}" srcOrd="2" destOrd="0" parTransId="{A9FE6D62-41CB-41A4-B556-2E53069EF962}" sibTransId="{30A66150-BC10-4EE4-B3FB-55FD5BBEAF98}"/>
    <dgm:cxn modelId="{BD2E2342-4084-4B87-AE3E-79AF88E8D7A0}" type="presParOf" srcId="{660FAFC5-DBCE-4A69-8382-D3F07B91CBC2}" destId="{C94C42B9-2934-4F1E-AE26-4091CBD20109}" srcOrd="0" destOrd="0" presId="urn:microsoft.com/office/officeart/2005/8/layout/vProcess5"/>
    <dgm:cxn modelId="{BF620B38-637B-4C90-B4CC-A557786BE381}" type="presParOf" srcId="{660FAFC5-DBCE-4A69-8382-D3F07B91CBC2}" destId="{77F8587C-7C66-4F53-8CEF-4CA9E4A581CE}" srcOrd="1" destOrd="0" presId="urn:microsoft.com/office/officeart/2005/8/layout/vProcess5"/>
    <dgm:cxn modelId="{27BC8885-19D6-4A6C-A934-A138B9DF524C}" type="presParOf" srcId="{660FAFC5-DBCE-4A69-8382-D3F07B91CBC2}" destId="{969A366D-5E1E-4370-8CE2-E9D8934A3D99}" srcOrd="2" destOrd="0" presId="urn:microsoft.com/office/officeart/2005/8/layout/vProcess5"/>
    <dgm:cxn modelId="{5518521E-A597-4760-854F-89EFB3D1DB56}" type="presParOf" srcId="{660FAFC5-DBCE-4A69-8382-D3F07B91CBC2}" destId="{8B09E515-EAC2-4D66-BAA8-1406153DE0E7}" srcOrd="3" destOrd="0" presId="urn:microsoft.com/office/officeart/2005/8/layout/vProcess5"/>
    <dgm:cxn modelId="{3C7054AE-7158-4425-956C-19F461AA08E6}" type="presParOf" srcId="{660FAFC5-DBCE-4A69-8382-D3F07B91CBC2}" destId="{29DE4316-1D6C-42C2-8287-B8F0E73FA47A}" srcOrd="4" destOrd="0" presId="urn:microsoft.com/office/officeart/2005/8/layout/vProcess5"/>
    <dgm:cxn modelId="{2EA911B4-3D0B-476E-8ACA-F03D8C072CA7}" type="presParOf" srcId="{660FAFC5-DBCE-4A69-8382-D3F07B91CBC2}" destId="{8C0491B4-584E-4A50-95BA-19BEBA5DBB07}" srcOrd="5" destOrd="0" presId="urn:microsoft.com/office/officeart/2005/8/layout/vProcess5"/>
    <dgm:cxn modelId="{28CDFD5F-1603-417E-88CD-E8F319C76E9C}" type="presParOf" srcId="{660FAFC5-DBCE-4A69-8382-D3F07B91CBC2}" destId="{DA6827C9-2A15-423E-869D-95313840E39D}" srcOrd="6" destOrd="0" presId="urn:microsoft.com/office/officeart/2005/8/layout/vProcess5"/>
    <dgm:cxn modelId="{0580992B-0590-4B77-8CA8-A7B182C299C6}" type="presParOf" srcId="{660FAFC5-DBCE-4A69-8382-D3F07B91CBC2}" destId="{8A119F19-1BDE-4412-83C4-E49C42ABBCA3}" srcOrd="7" destOrd="0" presId="urn:microsoft.com/office/officeart/2005/8/layout/vProcess5"/>
    <dgm:cxn modelId="{9C663454-4A0A-4719-92DE-548C2EC074B0}" type="presParOf" srcId="{660FAFC5-DBCE-4A69-8382-D3F07B91CBC2}" destId="{FA58976A-9BE6-4240-9F19-9F56A6868EFD}" srcOrd="8" destOrd="0" presId="urn:microsoft.com/office/officeart/2005/8/layout/vProcess5"/>
    <dgm:cxn modelId="{DC963F11-5BDF-44A5-9832-662312499949}" type="presParOf" srcId="{660FAFC5-DBCE-4A69-8382-D3F07B91CBC2}" destId="{3E15FE50-5F81-4884-92CC-DCD6C434F7BB}" srcOrd="9" destOrd="0" presId="urn:microsoft.com/office/officeart/2005/8/layout/vProcess5"/>
    <dgm:cxn modelId="{6E035333-C36E-48DA-AE98-885BF5CDA080}" type="presParOf" srcId="{660FAFC5-DBCE-4A69-8382-D3F07B91CBC2}" destId="{54C7702E-9250-4166-B8FC-599ED6D03324}" srcOrd="10" destOrd="0" presId="urn:microsoft.com/office/officeart/2005/8/layout/vProcess5"/>
    <dgm:cxn modelId="{47762EC7-D3B5-47FE-B378-1BCA0B5E47BE}" type="presParOf" srcId="{660FAFC5-DBCE-4A69-8382-D3F07B91CBC2}" destId="{8BB0D84C-7A49-4198-932B-620C7961D238}" srcOrd="11" destOrd="0" presId="urn:microsoft.com/office/officeart/2005/8/layout/vProcess5"/>
    <dgm:cxn modelId="{0367B7FE-BF94-4AAB-8E19-78D2DE7702B3}" type="presParOf" srcId="{660FAFC5-DBCE-4A69-8382-D3F07B91CBC2}" destId="{67FA4659-298E-4305-AE56-BE83D4EA65C3}" srcOrd="12" destOrd="0" presId="urn:microsoft.com/office/officeart/2005/8/layout/vProcess5"/>
    <dgm:cxn modelId="{7B2F8AF2-20F2-4EA9-965F-2681C222BCD3}" type="presParOf" srcId="{660FAFC5-DBCE-4A69-8382-D3F07B91CBC2}" destId="{C1ED3B4F-9F6E-4C4C-86BF-A63D58C0C0AF}" srcOrd="13" destOrd="0" presId="urn:microsoft.com/office/officeart/2005/8/layout/vProcess5"/>
    <dgm:cxn modelId="{B1362DA8-0BA6-4BFD-94F1-041D69BACBD2}" type="presParOf" srcId="{660FAFC5-DBCE-4A69-8382-D3F07B91CBC2}" destId="{69735E0E-9DD5-48E1-A6CE-C892340EFA8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F8587C-7C66-4F53-8CEF-4CA9E4A581CE}">
      <dsp:nvSpPr>
        <dsp:cNvPr id="0" name=""/>
        <dsp:cNvSpPr/>
      </dsp:nvSpPr>
      <dsp:spPr>
        <a:xfrm>
          <a:off x="0" y="0"/>
          <a:ext cx="6824271" cy="46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Задачи:</a:t>
          </a:r>
          <a:endParaRPr lang="en-US" sz="1300" kern="1200"/>
        </a:p>
      </dsp:txBody>
      <dsp:txXfrm>
        <a:off x="13568" y="13568"/>
        <a:ext cx="6270189" cy="436113"/>
      </dsp:txXfrm>
    </dsp:sp>
    <dsp:sp modelId="{969A366D-5E1E-4370-8CE2-E9D8934A3D99}">
      <dsp:nvSpPr>
        <dsp:cNvPr id="0" name=""/>
        <dsp:cNvSpPr/>
      </dsp:nvSpPr>
      <dsp:spPr>
        <a:xfrm>
          <a:off x="509604" y="527589"/>
          <a:ext cx="6824271" cy="46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Реализовать систему авторизации, с тремя режимами работы</a:t>
          </a:r>
          <a:endParaRPr lang="en-US" sz="1300" kern="1200"/>
        </a:p>
      </dsp:txBody>
      <dsp:txXfrm>
        <a:off x="523172" y="541157"/>
        <a:ext cx="5986418" cy="436113"/>
      </dsp:txXfrm>
    </dsp:sp>
    <dsp:sp modelId="{8B09E515-EAC2-4D66-BAA8-1406153DE0E7}">
      <dsp:nvSpPr>
        <dsp:cNvPr id="0" name=""/>
        <dsp:cNvSpPr/>
      </dsp:nvSpPr>
      <dsp:spPr>
        <a:xfrm>
          <a:off x="1019209" y="1055178"/>
          <a:ext cx="6824271" cy="46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Создать локальную базу данных ROOM</a:t>
          </a:r>
          <a:endParaRPr lang="en-US" sz="1300" kern="1200"/>
        </a:p>
      </dsp:txBody>
      <dsp:txXfrm>
        <a:off x="1032777" y="1068746"/>
        <a:ext cx="5986418" cy="436113"/>
      </dsp:txXfrm>
    </dsp:sp>
    <dsp:sp modelId="{29DE4316-1D6C-42C2-8287-B8F0E73FA47A}">
      <dsp:nvSpPr>
        <dsp:cNvPr id="0" name=""/>
        <dsp:cNvSpPr/>
      </dsp:nvSpPr>
      <dsp:spPr>
        <a:xfrm>
          <a:off x="1528814" y="1582768"/>
          <a:ext cx="6824271" cy="46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Реализовать функционал для работы со студентами и преподавтелями</a:t>
          </a:r>
          <a:endParaRPr lang="en-US" sz="1300" kern="1200"/>
        </a:p>
      </dsp:txBody>
      <dsp:txXfrm>
        <a:off x="1542382" y="1596336"/>
        <a:ext cx="5986418" cy="436113"/>
      </dsp:txXfrm>
    </dsp:sp>
    <dsp:sp modelId="{8C0491B4-584E-4A50-95BA-19BEBA5DBB07}">
      <dsp:nvSpPr>
        <dsp:cNvPr id="0" name=""/>
        <dsp:cNvSpPr/>
      </dsp:nvSpPr>
      <dsp:spPr>
        <a:xfrm>
          <a:off x="2038418" y="2110357"/>
          <a:ext cx="6824271" cy="463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Реализовать удобную навигацию</a:t>
          </a:r>
          <a:endParaRPr lang="en-US" sz="1300" kern="1200"/>
        </a:p>
      </dsp:txBody>
      <dsp:txXfrm>
        <a:off x="2051986" y="2123925"/>
        <a:ext cx="5986418" cy="436113"/>
      </dsp:txXfrm>
    </dsp:sp>
    <dsp:sp modelId="{DA6827C9-2A15-423E-869D-95313840E39D}">
      <dsp:nvSpPr>
        <dsp:cNvPr id="0" name=""/>
        <dsp:cNvSpPr/>
      </dsp:nvSpPr>
      <dsp:spPr>
        <a:xfrm>
          <a:off x="6523159" y="338429"/>
          <a:ext cx="301112" cy="3011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590909" y="338429"/>
        <a:ext cx="165612" cy="226587"/>
      </dsp:txXfrm>
    </dsp:sp>
    <dsp:sp modelId="{8A119F19-1BDE-4412-83C4-E49C42ABBCA3}">
      <dsp:nvSpPr>
        <dsp:cNvPr id="0" name=""/>
        <dsp:cNvSpPr/>
      </dsp:nvSpPr>
      <dsp:spPr>
        <a:xfrm>
          <a:off x="7032763" y="866018"/>
          <a:ext cx="301112" cy="3011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100513" y="866018"/>
        <a:ext cx="165612" cy="226587"/>
      </dsp:txXfrm>
    </dsp:sp>
    <dsp:sp modelId="{FA58976A-9BE6-4240-9F19-9F56A6868EFD}">
      <dsp:nvSpPr>
        <dsp:cNvPr id="0" name=""/>
        <dsp:cNvSpPr/>
      </dsp:nvSpPr>
      <dsp:spPr>
        <a:xfrm>
          <a:off x="7542368" y="1385887"/>
          <a:ext cx="301112" cy="3011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610118" y="1385887"/>
        <a:ext cx="165612" cy="226587"/>
      </dsp:txXfrm>
    </dsp:sp>
    <dsp:sp modelId="{3E15FE50-5F81-4884-92CC-DCD6C434F7BB}">
      <dsp:nvSpPr>
        <dsp:cNvPr id="0" name=""/>
        <dsp:cNvSpPr/>
      </dsp:nvSpPr>
      <dsp:spPr>
        <a:xfrm>
          <a:off x="8051973" y="1918624"/>
          <a:ext cx="301112" cy="3011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119723" y="1918624"/>
        <a:ext cx="165612" cy="226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07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856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723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75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51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60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40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26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27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15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444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3520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792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30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589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9912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9353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342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44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94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1313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0835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3559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7474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0202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747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80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155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75F52-ADC6-487C-9E3B-1415148A2A5F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398A6-D8A0-451A-8DD5-9976D9353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979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47571" y="1319867"/>
            <a:ext cx="9844429" cy="5538133"/>
            <a:chOff x="0" y="0"/>
            <a:chExt cx="22258914" cy="1159091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 cstate="print">
              <a:alphaModFix amt="42000"/>
            </a:blip>
            <a:srcRect t="10920" b="10920"/>
            <a:stretch>
              <a:fillRect/>
            </a:stretch>
          </p:blipFill>
          <p:spPr>
            <a:xfrm>
              <a:off x="0" y="0"/>
              <a:ext cx="22258914" cy="11590914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209890" y="189428"/>
            <a:ext cx="917865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65"/>
              </a:lnSpc>
            </a:pP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МИНИСТЕРСТВО ОБРАЗОВАНИЯ </a:t>
            </a:r>
            <a:r>
              <a:rPr lang="ru-RU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И МОЛОДЕЖНОЙ ПОЛИТИКИ</a:t>
            </a: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 СВЕРДЛОВСКОЙ ОБЛАСТИ</a:t>
            </a:r>
          </a:p>
          <a:p>
            <a:pPr>
              <a:lnSpc>
                <a:spcPts val="2365"/>
              </a:lnSpc>
            </a:pP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 ГАПОУ СО «ЕКАТЕРИНБУРГСКИЙ КОЛЛЕДЖ ТРАНСПОРТНОГО СТРОИТЕЛЬСТВА»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062543" cy="106254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Box 7"/>
          <p:cNvSpPr txBox="1"/>
          <p:nvPr/>
        </p:nvSpPr>
        <p:spPr>
          <a:xfrm>
            <a:off x="531271" y="1791547"/>
            <a:ext cx="10037818" cy="262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49"/>
              </a:lnSpc>
            </a:pPr>
            <a:r>
              <a:rPr lang="en-US" sz="7650" spc="-276" dirty="0" err="1">
                <a:solidFill>
                  <a:srgbClr val="F0F0EE"/>
                </a:solidFill>
                <a:latin typeface="Alegreya Sans SC Bold"/>
              </a:rPr>
              <a:t>Разработка</a:t>
            </a:r>
            <a:r>
              <a:rPr lang="en-US" sz="7650" spc="-276" dirty="0">
                <a:solidFill>
                  <a:srgbClr val="F0F0EE"/>
                </a:solidFill>
                <a:latin typeface="Alegreya Sans SC Bold"/>
              </a:rPr>
              <a:t> и </a:t>
            </a:r>
            <a:r>
              <a:rPr lang="en-US" sz="7650" spc="-276" dirty="0" err="1">
                <a:solidFill>
                  <a:srgbClr val="F0F0EE"/>
                </a:solidFill>
                <a:latin typeface="Alegreya Sans SC Bold"/>
              </a:rPr>
              <a:t>создание</a:t>
            </a:r>
            <a:r>
              <a:rPr lang="en-US" sz="7650" spc="-276" dirty="0">
                <a:solidFill>
                  <a:srgbClr val="F0F0EE"/>
                </a:solidFill>
                <a:latin typeface="Alegreya Sans SC Bold"/>
              </a:rPr>
              <a:t> </a:t>
            </a:r>
            <a:r>
              <a:rPr lang="ru-RU" sz="7650" spc="-276" dirty="0">
                <a:solidFill>
                  <a:srgbClr val="F0F0EE"/>
                </a:solidFill>
                <a:latin typeface="Alegreya Sans SC Bold"/>
              </a:rPr>
              <a:t>приложение для Базы данных «Колледж»</a:t>
            </a:r>
            <a:endParaRPr lang="en-US" sz="7650" spc="-276" dirty="0">
              <a:solidFill>
                <a:srgbClr val="F0F0EE"/>
              </a:solidFill>
              <a:latin typeface="Alegreya Sans SC Bold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90583" y="101446"/>
            <a:ext cx="681378" cy="859651"/>
            <a:chOff x="0" y="0"/>
            <a:chExt cx="1362756" cy="171930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 cstate="print"/>
            <a:srcRect t="10179" b="10179"/>
            <a:stretch>
              <a:fillRect/>
            </a:stretch>
          </p:blipFill>
          <p:spPr>
            <a:xfrm>
              <a:off x="0" y="0"/>
              <a:ext cx="1362756" cy="171930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209889" y="5392063"/>
            <a:ext cx="6554119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50" dirty="0" err="1">
                <a:solidFill>
                  <a:srgbClr val="FFFFFF"/>
                </a:solidFill>
                <a:latin typeface="Trocchi"/>
              </a:rPr>
              <a:t>Работу</a:t>
            </a:r>
            <a:r>
              <a:rPr lang="en-US" sz="1750" dirty="0">
                <a:solidFill>
                  <a:srgbClr val="FFFFFF"/>
                </a:solidFill>
                <a:latin typeface="Trocchi"/>
              </a:rPr>
              <a:t> </a:t>
            </a:r>
            <a:r>
              <a:rPr lang="en-US" sz="1750" dirty="0" err="1">
                <a:solidFill>
                  <a:srgbClr val="FFFFFF"/>
                </a:solidFill>
                <a:latin typeface="Trocchi"/>
              </a:rPr>
              <a:t>выполнил</a:t>
            </a:r>
            <a:r>
              <a:rPr lang="en-US" sz="1750" dirty="0">
                <a:solidFill>
                  <a:srgbClr val="FFFFFF"/>
                </a:solidFill>
                <a:latin typeface="Trocchi"/>
              </a:rPr>
              <a:t>: </a:t>
            </a:r>
            <a:r>
              <a:rPr lang="en-US" sz="1750" dirty="0" err="1">
                <a:solidFill>
                  <a:srgbClr val="FFFFFF"/>
                </a:solidFill>
                <a:latin typeface="Trocchi"/>
              </a:rPr>
              <a:t>Солихов</a:t>
            </a:r>
            <a:r>
              <a:rPr lang="en-US" sz="1750" dirty="0">
                <a:solidFill>
                  <a:srgbClr val="FFFFFF"/>
                </a:solidFill>
                <a:latin typeface="Trocchi"/>
              </a:rPr>
              <a:t> М. Д.</a:t>
            </a:r>
            <a:endParaRPr lang="ru-RU" sz="1750" dirty="0">
              <a:solidFill>
                <a:srgbClr val="FFFFFF"/>
              </a:solidFill>
              <a:latin typeface="Trocchi"/>
            </a:endParaRPr>
          </a:p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50" dirty="0" err="1">
                <a:solidFill>
                  <a:srgbClr val="FFFFFF"/>
                </a:solidFill>
                <a:latin typeface="Trocchi"/>
              </a:rPr>
              <a:t>Руководитель</a:t>
            </a:r>
            <a:r>
              <a:rPr lang="en-US" sz="1750" dirty="0">
                <a:solidFill>
                  <a:srgbClr val="FFFFFF"/>
                </a:solidFill>
                <a:latin typeface="Trocchi"/>
              </a:rPr>
              <a:t>: </a:t>
            </a:r>
            <a:r>
              <a:rPr lang="ru-RU" sz="1750" dirty="0">
                <a:solidFill>
                  <a:srgbClr val="FFFFFF"/>
                </a:solidFill>
                <a:latin typeface="Trocchi"/>
              </a:rPr>
              <a:t>Мирошниченко Г. В.</a:t>
            </a:r>
            <a:endParaRPr lang="en-US" sz="1750" dirty="0">
              <a:solidFill>
                <a:srgbClr val="FFFFFF"/>
              </a:solidFill>
              <a:latin typeface="Trocchi"/>
            </a:endParaRPr>
          </a:p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81" dirty="0" err="1">
                <a:solidFill>
                  <a:srgbClr val="FFFFFF"/>
                </a:solidFill>
                <a:latin typeface="Trocchi"/>
              </a:rPr>
              <a:t>Группа</a:t>
            </a:r>
            <a:r>
              <a:rPr lang="en-US" sz="1781" dirty="0">
                <a:solidFill>
                  <a:srgbClr val="FFFFFF"/>
                </a:solidFill>
                <a:latin typeface="Trocchi"/>
              </a:rPr>
              <a:t>: Пр-31</a:t>
            </a:r>
          </a:p>
          <a:p>
            <a:pPr>
              <a:lnSpc>
                <a:spcPts val="2493"/>
              </a:lnSpc>
              <a:spcBef>
                <a:spcPct val="0"/>
              </a:spcBef>
            </a:pPr>
            <a:endParaRPr sz="1200" dirty="0"/>
          </a:p>
        </p:txBody>
      </p:sp>
      <p:grpSp>
        <p:nvGrpSpPr>
          <p:cNvPr id="11" name="Group 11"/>
          <p:cNvGrpSpPr/>
          <p:nvPr/>
        </p:nvGrpSpPr>
        <p:grpSpPr>
          <a:xfrm>
            <a:off x="0" y="5014789"/>
            <a:ext cx="5027653" cy="299117"/>
            <a:chOff x="0" y="0"/>
            <a:chExt cx="9605948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3446304" y="5014789"/>
            <a:ext cx="5027653" cy="299117"/>
            <a:chOff x="0" y="0"/>
            <a:chExt cx="9605948" cy="571500"/>
          </a:xfrm>
        </p:grpSpPr>
        <p:sp>
          <p:nvSpPr>
            <p:cNvPr id="14" name="Freeform 14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</p:spTree>
    <p:extLst>
      <p:ext uri="{BB962C8B-B14F-4D97-AF65-F5344CB8AC3E}">
        <p14:creationId xmlns:p14="http://schemas.microsoft.com/office/powerpoint/2010/main" val="99181124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C45AD9C-F21B-4046-AF68-07A246947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F5BD6E-AB48-4A2D-AA03-D787D54FA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221115A-B66A-4D35-9D9F-97A91D88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3704"/>
            <a:ext cx="10437812" cy="32116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BC72B1C-D4EE-45CF-A99C-0AD017C41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О разработке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8AB44AF-E52F-46C5-8C2C-8487AC8B1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5B2FDF3-1FF8-4FBF-842A-4EA5719F3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9003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389DEC8-49B8-4778-BB47-FF48E8C5B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85714"/>
            <a:ext cx="10437812" cy="32116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F550B33-5759-49FD-90FC-11EA4ED5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680322" y="2437831"/>
            <a:ext cx="9114023" cy="3150308"/>
          </a:xfrm>
        </p:spPr>
        <p:txBody>
          <a:bodyPr>
            <a:normAutofit/>
          </a:bodyPr>
          <a:lstStyle/>
          <a:p>
            <a:r>
              <a:rPr lang="ru-RU" sz="1700">
                <a:solidFill>
                  <a:srgbClr val="FFFFFF"/>
                </a:solidFill>
              </a:rPr>
              <a:t>Программа предназначена для организации деятельности колледжа. Продукт позволяет систематизировать учебно-административные процессы учебного заведения.</a:t>
            </a:r>
          </a:p>
          <a:p>
            <a:r>
              <a:rPr lang="ru-RU" sz="1700">
                <a:solidFill>
                  <a:srgbClr val="FFFFFF"/>
                </a:solidFill>
              </a:rPr>
              <a:t>Данная разработка — это программный комплекс, предназначенный для ведения учёта студентов и преподавателей, управления данными о специальностях и группах, регистрации учебной нагрузки, а также обеспечения многоуровневого доступа для приёмной комиссии, преподавателей и студентов с учётом ролевых прав и функциональных особенностей каждой категории пользователей.</a:t>
            </a:r>
          </a:p>
          <a:p>
            <a:pPr marL="0" indent="0">
              <a:buNone/>
            </a:pPr>
            <a:br>
              <a:rPr lang="ru-RU" sz="1700">
                <a:solidFill>
                  <a:srgbClr val="FFFFFF"/>
                </a:solidFill>
              </a:rPr>
            </a:br>
            <a:endParaRPr lang="ru-RU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4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0321" y="2054240"/>
            <a:ext cx="8862690" cy="196975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 dirty="0"/>
              <a:t>Целью является создание программного комплекса для автоматизации учебно-административной деятельности колледжа, обеспечивающего централизованное хранение, обработку и управление данными о студентах, преподавателях, специальностях и учебных группах с учётом ролевой модели доступа.</a:t>
            </a:r>
            <a:br>
              <a:rPr lang="ru-RU" dirty="0"/>
            </a:br>
            <a:endParaRPr lang="ru-RU" dirty="0"/>
          </a:p>
        </p:txBody>
      </p:sp>
      <p:pic>
        <p:nvPicPr>
          <p:cNvPr id="20" name="Рисунок 19" descr="Изображение выглядит как Мультфильм, мультфильм, иллюстрация, Ани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CAAB04-84B7-B677-00A2-CCBD46DAB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362" y="4212117"/>
            <a:ext cx="2143125" cy="2143125"/>
          </a:xfrm>
          <a:prstGeom prst="rect">
            <a:avLst/>
          </a:prstGeom>
        </p:spPr>
      </p:pic>
      <p:graphicFrame>
        <p:nvGraphicFramePr>
          <p:cNvPr id="33" name="Объект 2">
            <a:extLst>
              <a:ext uri="{FF2B5EF4-FFF2-40B4-BE49-F238E27FC236}">
                <a16:creationId xmlns:a16="http://schemas.microsoft.com/office/drawing/2014/main" id="{B01BC987-7364-3978-4332-871E012FA009}"/>
              </a:ext>
            </a:extLst>
          </p:cNvPr>
          <p:cNvGraphicFramePr/>
          <p:nvPr/>
        </p:nvGraphicFramePr>
        <p:xfrm>
          <a:off x="674569" y="3989433"/>
          <a:ext cx="8862690" cy="2573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908718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Функциональные характеристики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69222" y="4823411"/>
            <a:ext cx="2765553" cy="697753"/>
          </a:xfrm>
        </p:spPr>
        <p:txBody>
          <a:bodyPr/>
          <a:lstStyle/>
          <a:p>
            <a:r>
              <a:rPr lang="ru-RU" sz="2000" b="1" dirty="0"/>
              <a:t>Привлекательность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5"/>
          </p:nvPr>
        </p:nvSpPr>
        <p:spPr>
          <a:xfrm>
            <a:off x="688598" y="5509212"/>
            <a:ext cx="2744521" cy="3527757"/>
          </a:xfrm>
        </p:spPr>
        <p:txBody>
          <a:bodyPr>
            <a:normAutofit/>
          </a:bodyPr>
          <a:lstStyle/>
          <a:p>
            <a:r>
              <a:rPr lang="ru-RU" sz="1800" dirty="0"/>
              <a:t>Интерфейс приложения разработан просто и красиво.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912538" y="5055091"/>
            <a:ext cx="2396673" cy="466074"/>
          </a:xfrm>
        </p:spPr>
        <p:txBody>
          <a:bodyPr/>
          <a:lstStyle/>
          <a:p>
            <a:r>
              <a:rPr lang="ru-RU" dirty="0"/>
              <a:t>Безопасность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half" idx="16"/>
          </p:nvPr>
        </p:nvSpPr>
        <p:spPr>
          <a:xfrm>
            <a:off x="4910882" y="5521165"/>
            <a:ext cx="2396673" cy="3735240"/>
          </a:xfrm>
        </p:spPr>
        <p:txBody>
          <a:bodyPr>
            <a:normAutofit/>
          </a:bodyPr>
          <a:lstStyle/>
          <a:p>
            <a:r>
              <a:rPr lang="ru-RU" sz="1800" dirty="0"/>
              <a:t>Реализована многоуровневая система авторизации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>
          <a:xfrm>
            <a:off x="8369337" y="4474534"/>
            <a:ext cx="2556620" cy="697753"/>
          </a:xfrm>
        </p:spPr>
        <p:txBody>
          <a:bodyPr/>
          <a:lstStyle/>
          <a:p>
            <a:r>
              <a:rPr lang="ru-RU" dirty="0"/>
              <a:t>Систематизация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half" idx="17"/>
          </p:nvPr>
        </p:nvSpPr>
        <p:spPr>
          <a:xfrm>
            <a:off x="8369337" y="5160335"/>
            <a:ext cx="2556620" cy="3527757"/>
          </a:xfrm>
        </p:spPr>
        <p:txBody>
          <a:bodyPr>
            <a:normAutofit/>
          </a:bodyPr>
          <a:lstStyle/>
          <a:p>
            <a:r>
              <a:rPr lang="ru-RU" sz="1800" dirty="0"/>
              <a:t>Все данные хранятся в единой базе данных Реализованы операции: добавление, удаление, поиск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096" y="2695582"/>
            <a:ext cx="2301265" cy="1971985"/>
          </a:xfrm>
          <a:prstGeom prst="rect">
            <a:avLst/>
          </a:prstGeom>
        </p:spPr>
      </p:pic>
      <p:pic>
        <p:nvPicPr>
          <p:cNvPr id="11" name="Picture 1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8668806" y="2756091"/>
            <a:ext cx="1957682" cy="148231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Мобильный телефон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1D7D83-7EA5-920A-29AB-486BAA4B9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287" y="2551449"/>
            <a:ext cx="2154836" cy="211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574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инструменты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1661222" y="2370123"/>
            <a:ext cx="2511767" cy="693135"/>
          </a:xfrm>
        </p:spPr>
        <p:txBody>
          <a:bodyPr/>
          <a:lstStyle/>
          <a:p>
            <a:r>
              <a:rPr lang="en-US" b="0" dirty="0"/>
              <a:t>Navigation</a:t>
            </a:r>
          </a:p>
        </p:txBody>
      </p:sp>
      <p:pic>
        <p:nvPicPr>
          <p:cNvPr id="20" name="Объект 19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504" y="3505316"/>
            <a:ext cx="2383144" cy="2042695"/>
          </a:xfrm>
        </p:spPr>
      </p:pic>
      <p:sp>
        <p:nvSpPr>
          <p:cNvPr id="10" name="Текст 9"/>
          <p:cNvSpPr>
            <a:spLocks noGrp="1"/>
          </p:cNvSpPr>
          <p:nvPr>
            <p:ph type="body" sz="quarter" idx="3"/>
          </p:nvPr>
        </p:nvSpPr>
        <p:spPr>
          <a:xfrm>
            <a:off x="4530093" y="2371182"/>
            <a:ext cx="2818357" cy="692076"/>
          </a:xfrm>
        </p:spPr>
        <p:txBody>
          <a:bodyPr>
            <a:normAutofit/>
          </a:bodyPr>
          <a:lstStyle/>
          <a:p>
            <a:r>
              <a:rPr lang="en-US" b="0" dirty="0"/>
              <a:t>SharedPreferences</a:t>
            </a:r>
          </a:p>
        </p:txBody>
      </p:sp>
      <p:pic>
        <p:nvPicPr>
          <p:cNvPr id="19" name="Объект 18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347" y="3599215"/>
            <a:ext cx="2273596" cy="1948796"/>
          </a:xfrm>
        </p:spPr>
      </p:pic>
      <p:sp>
        <p:nvSpPr>
          <p:cNvPr id="13" name="Текст 9"/>
          <p:cNvSpPr txBox="1">
            <a:spLocks/>
          </p:cNvSpPr>
          <p:nvPr/>
        </p:nvSpPr>
        <p:spPr>
          <a:xfrm>
            <a:off x="8885003" y="2370123"/>
            <a:ext cx="2818357" cy="692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ROOM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764" y="3505316"/>
            <a:ext cx="2383145" cy="204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9155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31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8" name="Picture 33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09" name="Picture 35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10" name="Rectangle 37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" name="Rectangle 39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2" name="Rectangle 41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" name="Picture 43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4" name="Rectangle 45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47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680321" y="753228"/>
            <a:ext cx="708755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Экран входа</a:t>
            </a:r>
          </a:p>
        </p:txBody>
      </p:sp>
      <p:pic>
        <p:nvPicPr>
          <p:cNvPr id="116" name="Picture 49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0321" y="2336873"/>
            <a:ext cx="642321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Включает в себя: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Поле для ввода email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Поле для ввода пароля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Поле для выбора роли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Кнопка входа</a:t>
            </a:r>
          </a:p>
        </p:txBody>
      </p:sp>
      <p:pic>
        <p:nvPicPr>
          <p:cNvPr id="2" name="Рисунок 1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2B8075-7DD0-564A-9C52-DD660A84B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316" y="640080"/>
            <a:ext cx="2510028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823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1A3CA1B-1530-4046-A299-90F41FE7F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6A6064-3EEB-4D82-B8AB-85EC8287E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EB3F8A-0655-4D47-B546-F7EC731E0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C563705-9678-4052-A909-B5114B9A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FEEF27-DE57-43BD-AD75-1F367403B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Главный экран программы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321" y="2336873"/>
            <a:ext cx="5211977" cy="35993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Включает</a:t>
            </a:r>
            <a:r>
              <a:rPr lang="en-US" sz="2000" dirty="0"/>
              <a:t> в </a:t>
            </a:r>
            <a:r>
              <a:rPr lang="en-US" sz="2000" dirty="0" err="1"/>
              <a:t>себя</a:t>
            </a:r>
            <a:r>
              <a:rPr lang="en-US" sz="2000" dirty="0"/>
              <a:t> </a:t>
            </a:r>
            <a:r>
              <a:rPr lang="en-US" sz="2000" dirty="0" err="1"/>
              <a:t>два</a:t>
            </a:r>
            <a:r>
              <a:rPr lang="en-US" sz="2000" dirty="0"/>
              <a:t> </a:t>
            </a:r>
            <a:r>
              <a:rPr lang="en-US" sz="2000" dirty="0" err="1"/>
              <a:t>варианта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комисси</a:t>
            </a:r>
            <a:r>
              <a:rPr lang="en-US" sz="2000" dirty="0"/>
              <a:t> и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преподавателей</a:t>
            </a:r>
            <a:r>
              <a:rPr lang="en-US" sz="2000" dirty="0"/>
              <a:t>:</a:t>
            </a:r>
          </a:p>
          <a:p>
            <a:pPr marL="228600" lvl="1"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Общее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Поле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поиска</a:t>
            </a:r>
            <a:r>
              <a:rPr lang="en-US" sz="2000" dirty="0"/>
              <a:t> </a:t>
            </a:r>
            <a:r>
              <a:rPr lang="en-US" sz="2000" dirty="0" err="1"/>
              <a:t>студента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При</a:t>
            </a:r>
            <a:r>
              <a:rPr lang="en-US" sz="2000" dirty="0"/>
              <a:t> </a:t>
            </a:r>
            <a:r>
              <a:rPr lang="en-US" sz="2000" dirty="0" err="1"/>
              <a:t>зажатии</a:t>
            </a:r>
            <a:r>
              <a:rPr lang="en-US" sz="2000" dirty="0"/>
              <a:t> </a:t>
            </a:r>
            <a:r>
              <a:rPr lang="en-US" sz="2000" dirty="0" err="1"/>
              <a:t>можно</a:t>
            </a:r>
            <a:r>
              <a:rPr lang="en-US" sz="2000" dirty="0"/>
              <a:t> </a:t>
            </a:r>
            <a:r>
              <a:rPr lang="en-US" sz="2000" dirty="0" err="1"/>
              <a:t>удалить</a:t>
            </a:r>
            <a:r>
              <a:rPr lang="en-US" sz="2000" dirty="0"/>
              <a:t> </a:t>
            </a:r>
            <a:r>
              <a:rPr lang="en-US" sz="2000" dirty="0" err="1"/>
              <a:t>студента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Кнопка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перехода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окно</a:t>
            </a:r>
            <a:r>
              <a:rPr lang="en-US" sz="2000" dirty="0"/>
              <a:t> </a:t>
            </a:r>
            <a:r>
              <a:rPr lang="en-US" sz="2000" dirty="0" err="1"/>
              <a:t>списка</a:t>
            </a:r>
            <a:r>
              <a:rPr lang="en-US" sz="2000" dirty="0"/>
              <a:t> </a:t>
            </a:r>
            <a:r>
              <a:rPr lang="en-US" sz="2000" dirty="0" err="1"/>
              <a:t>студентов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Кнопка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добавления</a:t>
            </a:r>
            <a:r>
              <a:rPr lang="en-US" sz="2000" dirty="0"/>
              <a:t> </a:t>
            </a:r>
            <a:r>
              <a:rPr lang="en-US" sz="2000" dirty="0" err="1"/>
              <a:t>студента</a:t>
            </a:r>
            <a:endParaRPr lang="en-US" sz="2000" dirty="0"/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Дополнительно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комиссии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Кнопка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перехода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окно</a:t>
            </a:r>
            <a:r>
              <a:rPr lang="en-US" sz="2000" dirty="0"/>
              <a:t> </a:t>
            </a:r>
            <a:r>
              <a:rPr lang="en-US" sz="2000" dirty="0" err="1"/>
              <a:t>списка</a:t>
            </a:r>
            <a:r>
              <a:rPr lang="en-US" sz="2000" dirty="0"/>
              <a:t> </a:t>
            </a:r>
            <a:r>
              <a:rPr lang="en-US" sz="2000" dirty="0" err="1"/>
              <a:t>преподавателей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Кнопка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добавления</a:t>
            </a:r>
            <a:r>
              <a:rPr lang="en-US" sz="2000" dirty="0"/>
              <a:t> </a:t>
            </a:r>
            <a:r>
              <a:rPr lang="en-US" sz="2000" dirty="0" err="1"/>
              <a:t>преподавателей</a:t>
            </a:r>
            <a:endParaRPr lang="en-US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A8E4C0-5A30-4755-B155-08BB36C8E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17104" y="2336872"/>
            <a:ext cx="2647788" cy="359878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05C9D9-0B64-5F26-299F-E4DE07EFB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741" y="2496686"/>
            <a:ext cx="1474911" cy="327758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75042C6-6A6E-4F79-A746-797431EA8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9664" y="2336872"/>
            <a:ext cx="2673942" cy="359878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Изображение выглядит как текст, снимок экрана, программное обеспечение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A317E6-C4E4-F73C-75C5-3B6879644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2960" y="2497213"/>
            <a:ext cx="1474674" cy="327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2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5490376"/>
            <a:ext cx="6123355" cy="1367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	Сохраняет информацию в базу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3667" y="235055"/>
            <a:ext cx="36077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Экран сохранения студента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8145" y="2358713"/>
            <a:ext cx="4923143" cy="302134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ru-RU" dirty="0"/>
              <a:t>Включает в себя: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ввода ФИО студента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ввода группы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выбора курса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выбора дня рождения</a:t>
            </a:r>
          </a:p>
          <a:p>
            <a:pPr marL="285750" indent="-285750">
              <a:lnSpc>
                <a:spcPts val="1725"/>
              </a:lnSpc>
              <a:buFont typeface="Calibri,Sans-Serif"/>
              <a:buChar char="-"/>
            </a:pPr>
            <a:r>
              <a:rPr lang="ru-RU"/>
              <a:t>Поле для ввода </a:t>
            </a:r>
            <a:r>
              <a:rPr lang="ru-RU" err="1"/>
              <a:t>Email</a:t>
            </a:r>
            <a:endParaRPr lang="en-US" err="1"/>
          </a:p>
          <a:p>
            <a:pPr marL="285750" indent="-285750">
              <a:lnSpc>
                <a:spcPts val="1725"/>
              </a:lnSpc>
              <a:buFont typeface="Calibri,Sans-Serif"/>
              <a:buChar char="-"/>
            </a:pPr>
            <a:r>
              <a:rPr lang="ru-RU" dirty="0"/>
              <a:t>Поле для ввода Пароля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выбора картинки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выбора специализации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Поле для выбора бюджет или внебюджет</a:t>
            </a:r>
          </a:p>
          <a:p>
            <a:pPr marL="285750" indent="-285750">
              <a:buFontTx/>
              <a:buChar char="-"/>
            </a:pPr>
            <a:r>
              <a:rPr lang="ru-RU" dirty="0"/>
              <a:t>Кнопка сохранения</a:t>
            </a:r>
          </a:p>
        </p:txBody>
      </p:sp>
      <p:pic>
        <p:nvPicPr>
          <p:cNvPr id="7" name="Picture 1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33203" y="5838713"/>
            <a:ext cx="829884" cy="683238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3A9102-D1FA-005C-5795-06F007AA1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591" y="230038"/>
            <a:ext cx="2884817" cy="641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9772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2A7F4-3807-66BC-FD9D-DB3082F1C067}"/>
              </a:ext>
            </a:extLst>
          </p:cNvPr>
          <p:cNvSpPr txBox="1"/>
          <p:nvPr/>
        </p:nvSpPr>
        <p:spPr>
          <a:xfrm>
            <a:off x="593360" y="718278"/>
            <a:ext cx="304487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Экран с сохранением преподавателя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26E8C-D340-85A6-9491-2AFA281C6270}"/>
              </a:ext>
            </a:extLst>
          </p:cNvPr>
          <p:cNvSpPr txBox="1"/>
          <p:nvPr/>
        </p:nvSpPr>
        <p:spPr>
          <a:xfrm>
            <a:off x="589472" y="2149415"/>
            <a:ext cx="6096000" cy="1459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725"/>
              </a:lnSpc>
            </a:pPr>
            <a:r>
              <a:rPr lang="ru-RU" sz="1800" baseline="0" dirty="0">
                <a:solidFill>
                  <a:srgbClr val="FFFFFF"/>
                </a:solidFill>
                <a:latin typeface="Trebuchet MS"/>
                <a:ea typeface="Segoe UI"/>
                <a:cs typeface="Segoe UI"/>
              </a:rPr>
              <a:t>Включает в себя:</a:t>
            </a:r>
            <a:r>
              <a:rPr lang="en-US" sz="1800" dirty="0">
                <a:solidFill>
                  <a:srgbClr val="FFFFFF"/>
                </a:solidFill>
                <a:latin typeface="Trebuchet MS"/>
                <a:ea typeface="Segoe UI"/>
                <a:cs typeface="Segoe UI"/>
              </a:rPr>
              <a:t>​</a:t>
            </a:r>
          </a:p>
          <a:p>
            <a:pPr marL="285750" lvl="0" indent="-285750" rtl="0">
              <a:lnSpc>
                <a:spcPts val="1725"/>
              </a:lnSpc>
              <a:buFont typeface="Calibri"/>
              <a:buChar char="-"/>
            </a:pPr>
            <a:r>
              <a:rPr lang="ru-RU" sz="1800" baseline="0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Поле для ввода ФИО </a:t>
            </a:r>
            <a:r>
              <a:rPr lang="ru-RU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преподавателя</a:t>
            </a:r>
            <a:endParaRPr lang="en-US" sz="1800" dirty="0">
              <a:solidFill>
                <a:srgbClr val="FFFFFF"/>
              </a:solidFill>
              <a:latin typeface="Trebuchet MS"/>
              <a:ea typeface="Arial"/>
              <a:cs typeface="Arial"/>
            </a:endParaRPr>
          </a:p>
          <a:p>
            <a:pPr marL="285750" indent="-285750">
              <a:lnSpc>
                <a:spcPts val="1725"/>
              </a:lnSpc>
              <a:buFont typeface="Calibri"/>
              <a:buChar char="-"/>
            </a:pPr>
            <a:r>
              <a:rPr lang="ru-RU" sz="1800" baseline="0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Поле для </a:t>
            </a:r>
            <a:r>
              <a:rPr lang="ru-RU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ввода </a:t>
            </a:r>
            <a:r>
              <a:rPr lang="ru-RU" dirty="0" err="1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Email</a:t>
            </a:r>
            <a:endParaRPr lang="en-US" sz="1800" dirty="0" err="1">
              <a:solidFill>
                <a:srgbClr val="FFFFFF"/>
              </a:solidFill>
              <a:latin typeface="Trebuchet MS"/>
              <a:ea typeface="Arial"/>
              <a:cs typeface="Arial"/>
            </a:endParaRPr>
          </a:p>
          <a:p>
            <a:pPr marL="285750" indent="-285750">
              <a:lnSpc>
                <a:spcPts val="1725"/>
              </a:lnSpc>
              <a:buFont typeface="Calibri"/>
              <a:buChar char="-"/>
            </a:pPr>
            <a:r>
              <a:rPr lang="ru-RU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Поле для ввода Пароля</a:t>
            </a:r>
          </a:p>
          <a:p>
            <a:pPr marL="285750" lvl="0" indent="-285750" rtl="0">
              <a:lnSpc>
                <a:spcPts val="1725"/>
              </a:lnSpc>
              <a:buFont typeface="Calibri"/>
              <a:buChar char="-"/>
            </a:pPr>
            <a:r>
              <a:rPr lang="ru-RU" sz="1800" baseline="0" dirty="0">
                <a:solidFill>
                  <a:srgbClr val="FFFFFF"/>
                </a:solidFill>
                <a:latin typeface="Trebuchet MS"/>
                <a:ea typeface="Arial"/>
                <a:cs typeface="Arial"/>
              </a:rPr>
              <a:t>Кнопка сохранения</a:t>
            </a:r>
          </a:p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10F6BA-22DA-8518-90CD-CFDFE5408E74}"/>
              </a:ext>
            </a:extLst>
          </p:cNvPr>
          <p:cNvSpPr/>
          <p:nvPr/>
        </p:nvSpPr>
        <p:spPr>
          <a:xfrm>
            <a:off x="0" y="5490376"/>
            <a:ext cx="6123355" cy="1367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	Сохраняет информацию в базу данных</a:t>
            </a:r>
          </a:p>
        </p:txBody>
      </p:sp>
      <p:pic>
        <p:nvPicPr>
          <p:cNvPr id="7" name="Рисунок 6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680D60-7FE8-8DAC-4284-577D7881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290" y="0"/>
            <a:ext cx="3086100" cy="6858000"/>
          </a:xfrm>
          <a:prstGeom prst="rect">
            <a:avLst/>
          </a:prstGeom>
        </p:spPr>
      </p:pic>
      <p:pic>
        <p:nvPicPr>
          <p:cNvPr id="9" name="Picture 10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84585F-C417-C12B-F9AE-DE6E08289E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2">
            <a:extLst>
              <a:ext uri="{FF2B5EF4-FFF2-40B4-BE49-F238E27FC236}">
                <a16:creationId xmlns:a16="http://schemas.microsoft.com/office/drawing/2014/main" id="{4E49E96E-F0EF-B3D1-8BF0-3497B2FC9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3" name="Picture 14">
            <a:extLst>
              <a:ext uri="{FF2B5EF4-FFF2-40B4-BE49-F238E27FC236}">
                <a16:creationId xmlns:a16="http://schemas.microsoft.com/office/drawing/2014/main" id="{70A8959B-5B56-9FD5-6901-F6479B717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5" name="Rectangle 16">
            <a:extLst>
              <a:ext uri="{FF2B5EF4-FFF2-40B4-BE49-F238E27FC236}">
                <a16:creationId xmlns:a16="http://schemas.microsoft.com/office/drawing/2014/main" id="{57CB2EA8-C6F8-1DB0-0581-6474150F8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66EDABD7-6EB2-FDE0-9312-2DF1E852D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20">
            <a:extLst>
              <a:ext uri="{FF2B5EF4-FFF2-40B4-BE49-F238E27FC236}">
                <a16:creationId xmlns:a16="http://schemas.microsoft.com/office/drawing/2014/main" id="{32F10638-FBAA-3ABD-3ADD-B9BB68F1F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2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1BD4D0-D03C-BD13-A950-13F4AB7B62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  <p:sp>
        <p:nvSpPr>
          <p:cNvPr id="23" name="Rectangle 24">
            <a:extLst>
              <a:ext uri="{FF2B5EF4-FFF2-40B4-BE49-F238E27FC236}">
                <a16:creationId xmlns:a16="http://schemas.microsoft.com/office/drawing/2014/main" id="{82E4E7B3-3E32-5A02-90EE-1F441BC85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36CB49FC-A409-CDAD-B72B-DA7BE3318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128CD8-55D1-9E39-C3CC-C26908384DCF}"/>
              </a:ext>
            </a:extLst>
          </p:cNvPr>
          <p:cNvSpPr txBox="1"/>
          <p:nvPr/>
        </p:nvSpPr>
        <p:spPr>
          <a:xfrm>
            <a:off x="680321" y="753228"/>
            <a:ext cx="708755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latin typeface="+mj-lt"/>
                <a:ea typeface="+mj-ea"/>
                <a:cs typeface="+mj-cs"/>
              </a:rPr>
              <a:t>Экран</a:t>
            </a:r>
            <a:r>
              <a:rPr lang="en-US" sz="3600" b="1" dirty="0">
                <a:latin typeface="+mj-lt"/>
                <a:ea typeface="+mj-ea"/>
                <a:cs typeface="+mj-cs"/>
              </a:rPr>
              <a:t> с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сохранением</a:t>
            </a:r>
            <a:r>
              <a:rPr lang="en-US" sz="3600" b="1" dirty="0">
                <a:latin typeface="+mj-lt"/>
                <a:ea typeface="+mj-ea"/>
                <a:cs typeface="+mj-cs"/>
              </a:rPr>
              <a:t>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преподавателя</a:t>
            </a:r>
            <a:endParaRPr lang="en-US" sz="36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5F1B761-7A88-9195-A1F9-20B90984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9672441-CAEB-E123-98F9-409BAF4D9EAE}"/>
              </a:ext>
            </a:extLst>
          </p:cNvPr>
          <p:cNvSpPr txBox="1"/>
          <p:nvPr/>
        </p:nvSpPr>
        <p:spPr>
          <a:xfrm>
            <a:off x="680321" y="2336873"/>
            <a:ext cx="6423211" cy="3599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Включает</a:t>
            </a:r>
            <a:r>
              <a:rPr lang="en-US" sz="2000" dirty="0"/>
              <a:t> в </a:t>
            </a:r>
            <a:r>
              <a:rPr lang="en-US" sz="2000" dirty="0" err="1"/>
              <a:t>себя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buFont typeface="Arial,Sans-Serif" panose="020B0604020202020204" pitchFamily="34" charset="0"/>
              <a:buChar char="•"/>
            </a:pPr>
            <a:r>
              <a:rPr lang="en-US" sz="2000" dirty="0" err="1"/>
              <a:t>Поле</a:t>
            </a:r>
            <a:r>
              <a:rPr lang="en-US" sz="2000" dirty="0"/>
              <a:t> </a:t>
            </a:r>
            <a:r>
              <a:rPr lang="en-US" sz="2000" dirty="0" err="1"/>
              <a:t>для</a:t>
            </a:r>
            <a:r>
              <a:rPr lang="en-US" sz="2000" dirty="0"/>
              <a:t> </a:t>
            </a:r>
            <a:r>
              <a:rPr lang="en-US" sz="2000" dirty="0" err="1"/>
              <a:t>ввода</a:t>
            </a:r>
            <a:r>
              <a:rPr lang="en-US" sz="2000" dirty="0"/>
              <a:t> ФИО </a:t>
            </a:r>
            <a:r>
              <a:rPr lang="en-US" sz="2000" dirty="0" err="1"/>
              <a:t>студента</a:t>
            </a:r>
            <a:endParaRPr lang="en-US" sz="2000" dirty="0"/>
          </a:p>
          <a:p>
            <a:pPr marL="285750" indent="-228600">
              <a:lnSpc>
                <a:spcPct val="90000"/>
              </a:lnSpc>
              <a:buFont typeface="Arial,Sans-Serif" panose="020B0604020202020204" pitchFamily="34" charset="0"/>
              <a:buChar char="•"/>
            </a:pPr>
            <a:r>
              <a:rPr lang="en-US" sz="2000" dirty="0" err="1"/>
              <a:t>Поле</a:t>
            </a:r>
            <a:r>
              <a:rPr lang="en-US" sz="2000" dirty="0"/>
              <a:t> </a:t>
            </a:r>
            <a:r>
              <a:rPr lang="en-US" sz="2000" dirty="0" err="1"/>
              <a:t>для</a:t>
            </a:r>
            <a:r>
              <a:rPr lang="en-US" sz="2000" dirty="0"/>
              <a:t> </a:t>
            </a:r>
            <a:r>
              <a:rPr lang="en-US" sz="2000" dirty="0" err="1"/>
              <a:t>ввода</a:t>
            </a:r>
            <a:r>
              <a:rPr lang="en-US" sz="2000" dirty="0"/>
              <a:t> Email</a:t>
            </a:r>
          </a:p>
          <a:p>
            <a:pPr marL="285750" indent="-228600">
              <a:lnSpc>
                <a:spcPct val="90000"/>
              </a:lnSpc>
              <a:buFont typeface="Arial,Sans-Serif" panose="020B0604020202020204" pitchFamily="34" charset="0"/>
              <a:buChar char="•"/>
            </a:pPr>
            <a:r>
              <a:rPr lang="en-US" sz="2000" dirty="0" err="1"/>
              <a:t>Поле</a:t>
            </a:r>
            <a:r>
              <a:rPr lang="en-US" sz="2000" dirty="0"/>
              <a:t> </a:t>
            </a:r>
            <a:r>
              <a:rPr lang="en-US" sz="2000" dirty="0" err="1"/>
              <a:t>для</a:t>
            </a:r>
            <a:r>
              <a:rPr lang="en-US" sz="2000" dirty="0"/>
              <a:t> </a:t>
            </a:r>
            <a:r>
              <a:rPr lang="en-US" sz="2000" dirty="0" err="1"/>
              <a:t>выбора</a:t>
            </a:r>
            <a:r>
              <a:rPr lang="en-US" sz="2000" dirty="0"/>
              <a:t> </a:t>
            </a:r>
            <a:r>
              <a:rPr lang="en-US" sz="2000" dirty="0" err="1"/>
              <a:t>Пароля</a:t>
            </a:r>
            <a:endParaRPr lang="en-US" sz="2000" dirty="0"/>
          </a:p>
          <a:p>
            <a:pPr marL="285750" indent="-228600">
              <a:lnSpc>
                <a:spcPct val="90000"/>
              </a:lnSpc>
              <a:buFont typeface="Arial,Sans-Serif" panose="020B0604020202020204" pitchFamily="34" charset="0"/>
              <a:buChar char="•"/>
            </a:pPr>
            <a:r>
              <a:rPr lang="en-US" sz="2000" dirty="0" err="1"/>
              <a:t>Кнопку</a:t>
            </a:r>
            <a:r>
              <a:rPr lang="en-US" sz="2000" dirty="0"/>
              <a:t> </a:t>
            </a:r>
            <a:r>
              <a:rPr lang="en-US" sz="2000" dirty="0" err="1"/>
              <a:t>сохранить</a:t>
            </a:r>
          </a:p>
          <a:p>
            <a:pPr marL="57150">
              <a:lnSpc>
                <a:spcPct val="90000"/>
              </a:lnSpc>
            </a:pPr>
            <a:endParaRPr lang="en-US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40DEEC1-EC36-20AB-E8B3-671F74E362C6}"/>
              </a:ext>
            </a:extLst>
          </p:cNvPr>
          <p:cNvSpPr/>
          <p:nvPr/>
        </p:nvSpPr>
        <p:spPr>
          <a:xfrm>
            <a:off x="2498" y="5492874"/>
            <a:ext cx="6123355" cy="1367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	Сохраняет информацию в базу данных</a:t>
            </a:r>
          </a:p>
        </p:txBody>
      </p:sp>
      <p:pic>
        <p:nvPicPr>
          <p:cNvPr id="37" name="Picture 15">
            <a:extLst>
              <a:ext uri="{FF2B5EF4-FFF2-40B4-BE49-F238E27FC236}">
                <a16:creationId xmlns:a16="http://schemas.microsoft.com/office/drawing/2014/main" id="{52C28A9A-5039-5CC3-BF2F-1F27FA72FB62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333203" y="5838713"/>
            <a:ext cx="829884" cy="683238"/>
          </a:xfrm>
          <a:prstGeom prst="rect">
            <a:avLst/>
          </a:prstGeom>
        </p:spPr>
      </p:pic>
      <p:pic>
        <p:nvPicPr>
          <p:cNvPr id="38" name="Рисунок 37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C5374B-B83C-73F0-86A1-AD99FE2C7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949" y="74950"/>
            <a:ext cx="3011150" cy="669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9522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680321" y="753228"/>
            <a:ext cx="708755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Экран со списком преподавателей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0321" y="2336873"/>
            <a:ext cx="642321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Включает</a:t>
            </a:r>
            <a:r>
              <a:rPr lang="en-US" sz="2000" dirty="0"/>
              <a:t> в </a:t>
            </a:r>
            <a:r>
              <a:rPr lang="en-US" sz="2000"/>
              <a:t>себя</a:t>
            </a:r>
            <a:r>
              <a:rPr lang="en-US" sz="2000" dirty="0"/>
              <a:t>:</a:t>
            </a: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Заголовок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Список</a:t>
            </a:r>
            <a:r>
              <a:rPr lang="en-US" sz="2000" dirty="0"/>
              <a:t> </a:t>
            </a:r>
            <a:r>
              <a:rPr lang="en-US" sz="2000"/>
              <a:t>со</a:t>
            </a:r>
            <a:r>
              <a:rPr lang="en-US" sz="2000" dirty="0"/>
              <a:t> </a:t>
            </a:r>
            <a:r>
              <a:rPr lang="en-US" sz="2000"/>
              <a:t>всеми</a:t>
            </a:r>
            <a:r>
              <a:rPr lang="en-US" sz="2000" dirty="0"/>
              <a:t> </a:t>
            </a:r>
            <a:r>
              <a:rPr lang="en-US" sz="2000"/>
              <a:t>преподавателями</a:t>
            </a:r>
          </a:p>
        </p:txBody>
      </p:sp>
      <p:pic>
        <p:nvPicPr>
          <p:cNvPr id="2" name="Рисунок 1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E7131D-0A1F-BDAA-49CA-E1781B504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316" y="640080"/>
            <a:ext cx="2510028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9048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680321" y="753228"/>
            <a:ext cx="708755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Экран со списком студентов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0321" y="2336873"/>
            <a:ext cx="642321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Включает в себя: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Заголовок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Список со всеми студентами</a:t>
            </a:r>
          </a:p>
        </p:txBody>
      </p:sp>
      <p:pic>
        <p:nvPicPr>
          <p:cNvPr id="2" name="Рисунок 1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C4C40C-A09D-0842-3847-C54FC96618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316" y="640080"/>
            <a:ext cx="2510028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135448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EB6B24-8A93-416A-1C46-2A12ADBCE629}"/>
              </a:ext>
            </a:extLst>
          </p:cNvPr>
          <p:cNvSpPr txBox="1"/>
          <p:nvPr/>
        </p:nvSpPr>
        <p:spPr>
          <a:xfrm>
            <a:off x="680321" y="753228"/>
            <a:ext cx="708755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Экран</a:t>
            </a:r>
            <a:r>
              <a:rPr lang="en-US" sz="3600" b="1" dirty="0">
                <a:latin typeface="+mj-lt"/>
                <a:ea typeface="+mj-ea"/>
                <a:cs typeface="+mj-cs"/>
              </a:rPr>
              <a:t> с </a:t>
            </a:r>
            <a:r>
              <a:rPr lang="en-US" sz="3600" b="1">
                <a:latin typeface="+mj-lt"/>
                <a:ea typeface="+mj-ea"/>
                <a:cs typeface="+mj-cs"/>
              </a:rPr>
              <a:t>профилем</a:t>
            </a:r>
            <a:r>
              <a:rPr lang="en-US" sz="3600" b="1" dirty="0">
                <a:latin typeface="+mj-lt"/>
                <a:ea typeface="+mj-ea"/>
                <a:cs typeface="+mj-cs"/>
              </a:rPr>
              <a:t> </a:t>
            </a:r>
            <a:r>
              <a:rPr lang="en-US" sz="3600" b="1">
                <a:latin typeface="+mj-lt"/>
                <a:ea typeface="+mj-ea"/>
                <a:cs typeface="+mj-cs"/>
              </a:rPr>
              <a:t>студента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737F8B4-93EB-129E-8283-F54253E04344}"/>
              </a:ext>
            </a:extLst>
          </p:cNvPr>
          <p:cNvSpPr txBox="1"/>
          <p:nvPr/>
        </p:nvSpPr>
        <p:spPr>
          <a:xfrm>
            <a:off x="680321" y="2336873"/>
            <a:ext cx="6423211" cy="3599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Включает</a:t>
            </a:r>
            <a:r>
              <a:rPr lang="en-US" sz="2000" dirty="0"/>
              <a:t> в </a:t>
            </a:r>
            <a:r>
              <a:rPr lang="en-US" sz="2000" dirty="0" err="1"/>
              <a:t>себя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Фото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ФИО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Группу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Курс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Дату</a:t>
            </a:r>
            <a:r>
              <a:rPr lang="en-US" sz="2000" dirty="0"/>
              <a:t> </a:t>
            </a:r>
            <a:r>
              <a:rPr lang="en-US" sz="2000" dirty="0" err="1"/>
              <a:t>рождения</a:t>
            </a:r>
            <a:endParaRPr lang="en-US" sz="2000" dirty="0"/>
          </a:p>
        </p:txBody>
      </p:sp>
      <p:pic>
        <p:nvPicPr>
          <p:cNvPr id="2" name="Рисунок 1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250A9E-7FAF-FF6E-2E2A-BC26F4382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316" y="640080"/>
            <a:ext cx="2510028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105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6FCE19-3103-4473-A92E-E38D00FCD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09C556-FC01-4870-ABC0-8D5C17BD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6DB8A24-0DF2-4AB3-9191-C02AB6937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24F406-F250-4FCF-A28E-52F364A5A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7" name="Rectangle 19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27" name="Picture 4" descr="Офисное здание с графиками фондового рынка">
            <a:extLst>
              <a:ext uri="{FF2B5EF4-FFF2-40B4-BE49-F238E27FC236}">
                <a16:creationId xmlns:a16="http://schemas.microsoft.com/office/drawing/2014/main" id="{F6635CD6-70D7-C961-F6B9-DD7C85EC02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688" r="-6" b="-6"/>
          <a:stretch>
            <a:fillRect/>
          </a:stretch>
        </p:blipFill>
        <p:spPr>
          <a:xfrm>
            <a:off x="4636008" y="10"/>
            <a:ext cx="7552815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3679028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Перспективы разработки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0322" y="2336873"/>
            <a:ext cx="3581635" cy="35993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 err="1"/>
              <a:t>Расширение</a:t>
            </a:r>
            <a:r>
              <a:rPr lang="en-US" sz="1600" dirty="0"/>
              <a:t> </a:t>
            </a:r>
            <a:r>
              <a:rPr lang="en-US" sz="1600" dirty="0" err="1"/>
              <a:t>функционала</a:t>
            </a:r>
            <a:r>
              <a:rPr lang="en-US" sz="1600" dirty="0"/>
              <a:t> (</a:t>
            </a:r>
            <a:r>
              <a:rPr lang="en-US" sz="1600" dirty="0" err="1"/>
              <a:t>ведомости</a:t>
            </a:r>
            <a:r>
              <a:rPr lang="en-US" sz="1600" dirty="0"/>
              <a:t>, </a:t>
            </a:r>
            <a:r>
              <a:rPr lang="en-US" sz="1600" dirty="0" err="1"/>
              <a:t>расписание</a:t>
            </a:r>
            <a:r>
              <a:rPr lang="en-US" sz="1600" dirty="0"/>
              <a:t>, </a:t>
            </a:r>
            <a:r>
              <a:rPr lang="en-US" sz="1600" dirty="0" err="1"/>
              <a:t>уведомления</a:t>
            </a:r>
            <a:r>
              <a:rPr lang="en-US" sz="1600" dirty="0"/>
              <a:t>)</a:t>
            </a:r>
          </a:p>
          <a:p>
            <a:r>
              <a:rPr lang="en-US" sz="1600" dirty="0" err="1"/>
              <a:t>Редактирование</a:t>
            </a:r>
            <a:r>
              <a:rPr lang="en-US" sz="1600" dirty="0"/>
              <a:t> </a:t>
            </a:r>
            <a:r>
              <a:rPr lang="en-US" sz="1600" dirty="0" err="1"/>
              <a:t>базы</a:t>
            </a:r>
            <a:r>
              <a:rPr lang="en-US" sz="1600" dirty="0"/>
              <a:t> </a:t>
            </a:r>
            <a:r>
              <a:rPr lang="en-US" sz="1600" dirty="0" err="1"/>
              <a:t>данных</a:t>
            </a:r>
          </a:p>
          <a:p>
            <a:r>
              <a:rPr lang="en-US" sz="1600" dirty="0" err="1"/>
              <a:t>Кроссплатформенность</a:t>
            </a:r>
            <a:r>
              <a:rPr lang="en-US" sz="1600" dirty="0"/>
              <a:t> (</a:t>
            </a:r>
            <a:r>
              <a:rPr lang="en-US" sz="1600" dirty="0" err="1"/>
              <a:t>веб-версия</a:t>
            </a:r>
            <a:r>
              <a:rPr lang="en-US" sz="1600" dirty="0"/>
              <a:t>, iOS)</a:t>
            </a:r>
          </a:p>
          <a:p>
            <a:r>
              <a:rPr lang="en-US" sz="1600" dirty="0" err="1"/>
              <a:t>Подсчет</a:t>
            </a:r>
            <a:r>
              <a:rPr lang="en-US" sz="1600" dirty="0"/>
              <a:t> </a:t>
            </a:r>
            <a:r>
              <a:rPr lang="en-US" sz="1600" dirty="0" err="1"/>
              <a:t>зарплаты</a:t>
            </a:r>
            <a:r>
              <a:rPr lang="en-US" sz="1600" dirty="0"/>
              <a:t> </a:t>
            </a:r>
            <a:r>
              <a:rPr lang="en-US" sz="1600"/>
              <a:t>преподаватлей</a:t>
            </a:r>
            <a:endParaRPr lang="en-US" sz="1600" dirty="0"/>
          </a:p>
          <a:p>
            <a:r>
              <a:rPr lang="en-US" sz="1600" dirty="0" err="1"/>
              <a:t>Подсчет</a:t>
            </a:r>
            <a:r>
              <a:rPr lang="en-US" sz="1600" dirty="0"/>
              <a:t> </a:t>
            </a:r>
            <a:r>
              <a:rPr lang="en-US" sz="1600" dirty="0" err="1"/>
              <a:t>нагрузки</a:t>
            </a:r>
            <a:r>
              <a:rPr lang="en-US" sz="1600" dirty="0"/>
              <a:t> </a:t>
            </a:r>
            <a:r>
              <a:rPr lang="en-US" sz="1600" dirty="0" err="1"/>
              <a:t>преподавателей</a:t>
            </a:r>
          </a:p>
          <a:p>
            <a:r>
              <a:rPr lang="en-US" sz="1600" dirty="0" err="1"/>
              <a:t>Просмотр</a:t>
            </a:r>
            <a:r>
              <a:rPr lang="en-US" sz="1600" dirty="0"/>
              <a:t> </a:t>
            </a:r>
            <a:r>
              <a:rPr lang="en-US" sz="1600" dirty="0" err="1"/>
              <a:t>расписания</a:t>
            </a:r>
            <a:r>
              <a:rPr lang="en-US" sz="1600" dirty="0"/>
              <a:t> </a:t>
            </a:r>
            <a:r>
              <a:rPr lang="en-US" sz="1600"/>
              <a:t>студентом</a:t>
            </a:r>
            <a:endParaRPr lang="en-US" sz="1600" dirty="0"/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0272825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1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6F949FF-FAB6-42D1-942A-C5E14DEC7635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BDDB458-011A-4E7B-8892-DE026FD91E18}">
  <we:reference id="wa200007130" version="1.0.0.1" store="en-US" storeType="omex"/>
  <we:alternateReferences>
    <we:reference id="wa200007130" version="1.0.0.1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115</TotalTime>
  <Words>345</Words>
  <Application>Microsoft Office PowerPoint</Application>
  <PresentationFormat>Широкоэкранный</PresentationFormat>
  <Paragraphs>64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Берлин</vt:lpstr>
      <vt:lpstr>Тема Office</vt:lpstr>
      <vt:lpstr>Презентация PowerPoint</vt:lpstr>
      <vt:lpstr>О разработке</vt:lpstr>
      <vt:lpstr>Цели и задачи проекта</vt:lpstr>
      <vt:lpstr>Функциональные характеристики</vt:lpstr>
      <vt:lpstr>Используемые инструменты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Перспективы разработки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Your PC</dc:creator>
  <cp:lastModifiedBy>Your PC</cp:lastModifiedBy>
  <cp:revision>289</cp:revision>
  <dcterms:created xsi:type="dcterms:W3CDTF">2025-12-11T17:24:11Z</dcterms:created>
  <dcterms:modified xsi:type="dcterms:W3CDTF">2025-12-13T05:56:18Z</dcterms:modified>
</cp:coreProperties>
</file>