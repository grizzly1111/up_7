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  <p:sldMasterId id="2147483750" r:id="rId2"/>
  </p:sldMasterIdLst>
  <p:sldIdLst>
    <p:sldId id="257" r:id="rId3"/>
    <p:sldId id="256" r:id="rId4"/>
    <p:sldId id="258" r:id="rId5"/>
    <p:sldId id="259" r:id="rId6"/>
    <p:sldId id="260" r:id="rId7"/>
    <p:sldId id="261" r:id="rId8"/>
    <p:sldId id="262" r:id="rId9"/>
    <p:sldId id="263" r:id="rId10"/>
    <p:sldId id="267" r:id="rId11"/>
    <p:sldId id="264" r:id="rId12"/>
    <p:sldId id="265" r:id="rId13"/>
    <p:sldId id="268" r:id="rId14"/>
    <p:sldId id="266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45C758-043C-44AD-879A-BF7BE0994F50}" v="887" dt="2025-12-12T19:37:13.9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20" autoAdjust="0"/>
    <p:restoredTop sz="94660"/>
  </p:normalViewPr>
  <p:slideViewPr>
    <p:cSldViewPr snapToGrid="0">
      <p:cViewPr varScale="1">
        <p:scale>
          <a:sx n="58" d="100"/>
          <a:sy n="58" d="100"/>
        </p:scale>
        <p:origin x="102" y="1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microsoft.com/office/2015/10/relationships/revisionInfo" Target="revisionInfo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Мехрдод Солихов" userId="1903d256b615c2df" providerId="Windows Live" clId="Web-{E945C758-043C-44AD-879A-BF7BE0994F50}"/>
    <pc:docChg chg="addSld modSld">
      <pc:chgData name="Мехрдод Солихов" userId="1903d256b615c2df" providerId="Windows Live" clId="Web-{E945C758-043C-44AD-879A-BF7BE0994F50}" dt="2025-12-12T19:37:13.984" v="729" actId="20577"/>
      <pc:docMkLst>
        <pc:docMk/>
      </pc:docMkLst>
      <pc:sldChg chg="addSp modSp mod setBg">
        <pc:chgData name="Мехрдод Солихов" userId="1903d256b615c2df" providerId="Windows Live" clId="Web-{E945C758-043C-44AD-879A-BF7BE0994F50}" dt="2025-12-12T19:00:29.474" v="144"/>
        <pc:sldMkLst>
          <pc:docMk/>
          <pc:sldMk cId="400645097" sldId="256"/>
        </pc:sldMkLst>
        <pc:spChg chg="mod">
          <ac:chgData name="Мехрдод Солихов" userId="1903d256b615c2df" providerId="Windows Live" clId="Web-{E945C758-043C-44AD-879A-BF7BE0994F50}" dt="2025-12-12T19:00:29.474" v="144"/>
          <ac:spMkLst>
            <pc:docMk/>
            <pc:sldMk cId="400645097" sldId="256"/>
            <ac:spMk id="5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9:00:29.474" v="144"/>
          <ac:spMkLst>
            <pc:docMk/>
            <pc:sldMk cId="400645097" sldId="256"/>
            <ac:spMk id="8" creationId="{00000000-0000-0000-0000-000000000000}"/>
          </ac:spMkLst>
        </pc:spChg>
        <pc:spChg chg="add">
          <ac:chgData name="Мехрдод Солихов" userId="1903d256b615c2df" providerId="Windows Live" clId="Web-{E945C758-043C-44AD-879A-BF7BE0994F50}" dt="2025-12-12T19:00:29.474" v="144"/>
          <ac:spMkLst>
            <pc:docMk/>
            <pc:sldMk cId="400645097" sldId="256"/>
            <ac:spMk id="13" creationId="{EC45AD9C-F21B-4046-AF68-07A246947920}"/>
          </ac:spMkLst>
        </pc:spChg>
        <pc:spChg chg="add">
          <ac:chgData name="Мехрдод Солихов" userId="1903d256b615c2df" providerId="Windows Live" clId="Web-{E945C758-043C-44AD-879A-BF7BE0994F50}" dt="2025-12-12T19:00:29.474" v="144"/>
          <ac:spMkLst>
            <pc:docMk/>
            <pc:sldMk cId="400645097" sldId="256"/>
            <ac:spMk id="19" creationId="{ABC72B1C-D4EE-45CF-A99C-0AD017C4167E}"/>
          </ac:spMkLst>
        </pc:spChg>
        <pc:spChg chg="add">
          <ac:chgData name="Мехрдод Солихов" userId="1903d256b615c2df" providerId="Windows Live" clId="Web-{E945C758-043C-44AD-879A-BF7BE0994F50}" dt="2025-12-12T19:00:29.474" v="144"/>
          <ac:spMkLst>
            <pc:docMk/>
            <pc:sldMk cId="400645097" sldId="256"/>
            <ac:spMk id="23" creationId="{A5B2FDF3-1FF8-4FBF-842A-4EA5719F3473}"/>
          </ac:spMkLst>
        </pc:spChg>
        <pc:spChg chg="add">
          <ac:chgData name="Мехрдод Солихов" userId="1903d256b615c2df" providerId="Windows Live" clId="Web-{E945C758-043C-44AD-879A-BF7BE0994F50}" dt="2025-12-12T19:00:29.474" v="144"/>
          <ac:spMkLst>
            <pc:docMk/>
            <pc:sldMk cId="400645097" sldId="256"/>
            <ac:spMk id="27" creationId="{DF550B33-5759-49FD-90FC-11EA4ED58187}"/>
          </ac:spMkLst>
        </pc:spChg>
        <pc:picChg chg="add">
          <ac:chgData name="Мехрдод Солихов" userId="1903d256b615c2df" providerId="Windows Live" clId="Web-{E945C758-043C-44AD-879A-BF7BE0994F50}" dt="2025-12-12T19:00:29.474" v="144"/>
          <ac:picMkLst>
            <pc:docMk/>
            <pc:sldMk cId="400645097" sldId="256"/>
            <ac:picMk id="15" creationId="{85F5BD6E-AB48-4A2D-AA03-D787D54FAF0E}"/>
          </ac:picMkLst>
        </pc:picChg>
        <pc:picChg chg="add">
          <ac:chgData name="Мехрдод Солихов" userId="1903d256b615c2df" providerId="Windows Live" clId="Web-{E945C758-043C-44AD-879A-BF7BE0994F50}" dt="2025-12-12T19:00:29.474" v="144"/>
          <ac:picMkLst>
            <pc:docMk/>
            <pc:sldMk cId="400645097" sldId="256"/>
            <ac:picMk id="17" creationId="{3221115A-B66A-4D35-9D9F-97A91D887F0A}"/>
          </ac:picMkLst>
        </pc:picChg>
        <pc:picChg chg="add">
          <ac:chgData name="Мехрдод Солихов" userId="1903d256b615c2df" providerId="Windows Live" clId="Web-{E945C758-043C-44AD-879A-BF7BE0994F50}" dt="2025-12-12T19:00:29.474" v="144"/>
          <ac:picMkLst>
            <pc:docMk/>
            <pc:sldMk cId="400645097" sldId="256"/>
            <ac:picMk id="21" creationId="{38AB44AF-E52F-46C5-8C2C-8487AC8B1B65}"/>
          </ac:picMkLst>
        </pc:picChg>
        <pc:picChg chg="add">
          <ac:chgData name="Мехрдод Солихов" userId="1903d256b615c2df" providerId="Windows Live" clId="Web-{E945C758-043C-44AD-879A-BF7BE0994F50}" dt="2025-12-12T19:00:29.474" v="144"/>
          <ac:picMkLst>
            <pc:docMk/>
            <pc:sldMk cId="400645097" sldId="256"/>
            <ac:picMk id="25" creationId="{6389DEC8-49B8-4778-BB47-FF48E8C5B6CF}"/>
          </ac:picMkLst>
        </pc:picChg>
      </pc:sldChg>
      <pc:sldChg chg="modSp">
        <pc:chgData name="Мехрдод Солихов" userId="1903d256b615c2df" providerId="Windows Live" clId="Web-{E945C758-043C-44AD-879A-BF7BE0994F50}" dt="2025-12-12T19:01:05.412" v="157" actId="20577"/>
        <pc:sldMkLst>
          <pc:docMk/>
          <pc:sldMk cId="991811243" sldId="257"/>
        </pc:sldMkLst>
        <pc:spChg chg="mod">
          <ac:chgData name="Мехрдод Солихов" userId="1903d256b615c2df" providerId="Windows Live" clId="Web-{E945C758-043C-44AD-879A-BF7BE0994F50}" dt="2025-12-12T19:01:05.412" v="157" actId="20577"/>
          <ac:spMkLst>
            <pc:docMk/>
            <pc:sldMk cId="991811243" sldId="257"/>
            <ac:spMk id="10" creationId="{00000000-0000-0000-0000-000000000000}"/>
          </ac:spMkLst>
        </pc:spChg>
      </pc:sldChg>
      <pc:sldChg chg="addSp delSp modSp">
        <pc:chgData name="Мехрдод Солихов" userId="1903d256b615c2df" providerId="Windows Live" clId="Web-{E945C758-043C-44AD-879A-BF7BE0994F50}" dt="2025-12-12T19:29:53.537" v="721" actId="1076"/>
        <pc:sldMkLst>
          <pc:docMk/>
          <pc:sldMk cId="3890871816" sldId="258"/>
        </pc:sldMkLst>
        <pc:spChg chg="mod">
          <ac:chgData name="Мехрдод Солихов" userId="1903d256b615c2df" providerId="Windows Live" clId="Web-{E945C758-043C-44AD-879A-BF7BE0994F50}" dt="2025-12-12T19:00:09.693" v="143" actId="20577"/>
          <ac:spMkLst>
            <pc:docMk/>
            <pc:sldMk cId="3890871816" sldId="258"/>
            <ac:spMk id="3" creationId="{00000000-0000-0000-0000-000000000000}"/>
          </ac:spMkLst>
        </pc:spChg>
        <pc:spChg chg="add del">
          <ac:chgData name="Мехрдод Солихов" userId="1903d256b615c2df" providerId="Windows Live" clId="Web-{E945C758-043C-44AD-879A-BF7BE0994F50}" dt="2025-12-12T19:24:44.429" v="649"/>
          <ac:spMkLst>
            <pc:docMk/>
            <pc:sldMk cId="3890871816" sldId="258"/>
            <ac:spMk id="6" creationId="{00000000-0000-0000-0000-000000000000}"/>
          </ac:spMkLst>
        </pc:spChg>
        <pc:spChg chg="add del mod">
          <ac:chgData name="Мехрдод Солихов" userId="1903d256b615c2df" providerId="Windows Live" clId="Web-{E945C758-043C-44AD-879A-BF7BE0994F50}" dt="2025-12-12T19:24:44.679" v="651"/>
          <ac:spMkLst>
            <pc:docMk/>
            <pc:sldMk cId="3890871816" sldId="258"/>
            <ac:spMk id="7" creationId="{91A4B8F5-6A68-7F23-5C9D-F12DBEA156B8}"/>
          </ac:spMkLst>
        </pc:spChg>
        <pc:spChg chg="add del mod">
          <ac:chgData name="Мехрдод Солихов" userId="1903d256b615c2df" providerId="Windows Live" clId="Web-{E945C758-043C-44AD-879A-BF7BE0994F50}" dt="2025-12-12T19:24:47.507" v="657"/>
          <ac:spMkLst>
            <pc:docMk/>
            <pc:sldMk cId="3890871816" sldId="258"/>
            <ac:spMk id="8" creationId="{284A549C-A24E-AF1D-145C-DD663E206385}"/>
          </ac:spMkLst>
        </pc:spChg>
        <pc:spChg chg="del">
          <ac:chgData name="Мехрдод Солихов" userId="1903d256b615c2df" providerId="Windows Live" clId="Web-{E945C758-043C-44AD-879A-BF7BE0994F50}" dt="2025-12-12T19:22:39.896" v="581"/>
          <ac:spMkLst>
            <pc:docMk/>
            <pc:sldMk cId="3890871816" sldId="258"/>
            <ac:spMk id="9" creationId="{00000000-0000-0000-0000-000000000000}"/>
          </ac:spMkLst>
        </pc:spChg>
        <pc:spChg chg="add del mod">
          <ac:chgData name="Мехрдод Солихов" userId="1903d256b615c2df" providerId="Windows Live" clId="Web-{E945C758-043C-44AD-879A-BF7BE0994F50}" dt="2025-12-12T19:25:05.070" v="667"/>
          <ac:spMkLst>
            <pc:docMk/>
            <pc:sldMk cId="3890871816" sldId="258"/>
            <ac:spMk id="10" creationId="{1CD6A0B9-43B0-F7E9-6AE5-238291BE74B9}"/>
          </ac:spMkLst>
        </pc:spChg>
        <pc:spChg chg="add del">
          <ac:chgData name="Мехрдод Солихов" userId="1903d256b615c2df" providerId="Windows Live" clId="Web-{E945C758-043C-44AD-879A-BF7BE0994F50}" dt="2025-12-12T19:24:44.429" v="648"/>
          <ac:spMkLst>
            <pc:docMk/>
            <pc:sldMk cId="3890871816" sldId="258"/>
            <ac:spMk id="11" creationId="{00000000-0000-0000-0000-000000000000}"/>
          </ac:spMkLst>
        </pc:spChg>
        <pc:spChg chg="add del">
          <ac:chgData name="Мехрдод Солихов" userId="1903d256b615c2df" providerId="Windows Live" clId="Web-{E945C758-043C-44AD-879A-BF7BE0994F50}" dt="2025-12-12T19:27:03.387" v="711"/>
          <ac:spMkLst>
            <pc:docMk/>
            <pc:sldMk cId="3890871816" sldId="258"/>
            <ac:spMk id="12" creationId="{A2A19AB8-7837-1575-C0FC-F1F05E162D11}"/>
          </ac:spMkLst>
        </pc:spChg>
        <pc:spChg chg="add del">
          <ac:chgData name="Мехрдод Солихов" userId="1903d256b615c2df" providerId="Windows Live" clId="Web-{E945C758-043C-44AD-879A-BF7BE0994F50}" dt="2025-12-12T19:24:44.429" v="647"/>
          <ac:spMkLst>
            <pc:docMk/>
            <pc:sldMk cId="3890871816" sldId="258"/>
            <ac:spMk id="13" creationId="{00000000-0000-0000-0000-000000000000}"/>
          </ac:spMkLst>
        </pc:spChg>
        <pc:spChg chg="add del mod">
          <ac:chgData name="Мехрдод Солихов" userId="1903d256b615c2df" providerId="Windows Live" clId="Web-{E945C758-043C-44AD-879A-BF7BE0994F50}" dt="2025-12-12T19:24:44.429" v="646"/>
          <ac:spMkLst>
            <pc:docMk/>
            <pc:sldMk cId="3890871816" sldId="258"/>
            <ac:spMk id="14" creationId="{00000000-0000-0000-0000-000000000000}"/>
          </ac:spMkLst>
        </pc:spChg>
        <pc:spChg chg="add del">
          <ac:chgData name="Мехрдод Солихов" userId="1903d256b615c2df" providerId="Windows Live" clId="Web-{E945C758-043C-44AD-879A-BF7BE0994F50}" dt="2025-12-12T19:24:44.429" v="650"/>
          <ac:spMkLst>
            <pc:docMk/>
            <pc:sldMk cId="3890871816" sldId="258"/>
            <ac:spMk id="15" creationId="{00000000-0000-0000-0000-000000000000}"/>
          </ac:spMkLst>
        </pc:spChg>
        <pc:spChg chg="add del">
          <ac:chgData name="Мехрдод Солихов" userId="1903d256b615c2df" providerId="Windows Live" clId="Web-{E945C758-043C-44AD-879A-BF7BE0994F50}" dt="2025-12-12T19:27:03.387" v="710"/>
          <ac:spMkLst>
            <pc:docMk/>
            <pc:sldMk cId="3890871816" sldId="258"/>
            <ac:spMk id="16" creationId="{29C6F64C-8EC1-84E4-F62F-BEAA843C1840}"/>
          </ac:spMkLst>
        </pc:spChg>
        <pc:spChg chg="add del">
          <ac:chgData name="Мехрдод Солихов" userId="1903d256b615c2df" providerId="Windows Live" clId="Web-{E945C758-043C-44AD-879A-BF7BE0994F50}" dt="2025-12-12T19:27:03.387" v="709"/>
          <ac:spMkLst>
            <pc:docMk/>
            <pc:sldMk cId="3890871816" sldId="258"/>
            <ac:spMk id="17" creationId="{C084179D-2F4A-3AF2-50F8-7E5A1CFA8238}"/>
          </ac:spMkLst>
        </pc:spChg>
        <pc:spChg chg="add del">
          <ac:chgData name="Мехрдод Солихов" userId="1903d256b615c2df" providerId="Windows Live" clId="Web-{E945C758-043C-44AD-879A-BF7BE0994F50}" dt="2025-12-12T19:27:03.387" v="708"/>
          <ac:spMkLst>
            <pc:docMk/>
            <pc:sldMk cId="3890871816" sldId="258"/>
            <ac:spMk id="18" creationId="{9F813F9F-7147-2FB7-B8D8-80795FAB459F}"/>
          </ac:spMkLst>
        </pc:spChg>
        <pc:spChg chg="add del">
          <ac:chgData name="Мехрдод Солихов" userId="1903d256b615c2df" providerId="Windows Live" clId="Web-{E945C758-043C-44AD-879A-BF7BE0994F50}" dt="2025-12-12T19:27:03.387" v="707"/>
          <ac:spMkLst>
            <pc:docMk/>
            <pc:sldMk cId="3890871816" sldId="258"/>
            <ac:spMk id="19" creationId="{A019E103-543F-F960-E358-7570F416608D}"/>
          </ac:spMkLst>
        </pc:spChg>
        <pc:spChg chg="add del">
          <ac:chgData name="Мехрдод Солихов" userId="1903d256b615c2df" providerId="Windows Live" clId="Web-{E945C758-043C-44AD-879A-BF7BE0994F50}" dt="2025-12-12T19:25:39.164" v="672"/>
          <ac:spMkLst>
            <pc:docMk/>
            <pc:sldMk cId="3890871816" sldId="258"/>
            <ac:spMk id="21" creationId="{08C19153-8DA4-AD61-2D27-C7DFF04C75C8}"/>
          </ac:spMkLst>
        </pc:spChg>
        <pc:spChg chg="add del">
          <ac:chgData name="Мехрдод Солихов" userId="1903d256b615c2df" providerId="Windows Live" clId="Web-{E945C758-043C-44AD-879A-BF7BE0994F50}" dt="2025-12-12T19:25:39.164" v="672"/>
          <ac:spMkLst>
            <pc:docMk/>
            <pc:sldMk cId="3890871816" sldId="258"/>
            <ac:spMk id="22" creationId="{46BFD06A-A9E3-EE30-0D13-6625B261FFA8}"/>
          </ac:spMkLst>
        </pc:spChg>
        <pc:spChg chg="add del">
          <ac:chgData name="Мехрдод Солихов" userId="1903d256b615c2df" providerId="Windows Live" clId="Web-{E945C758-043C-44AD-879A-BF7BE0994F50}" dt="2025-12-12T19:25:39.164" v="672"/>
          <ac:spMkLst>
            <pc:docMk/>
            <pc:sldMk cId="3890871816" sldId="258"/>
            <ac:spMk id="23" creationId="{4348CA63-EF24-9C96-B2F1-382DEC6FED1E}"/>
          </ac:spMkLst>
        </pc:spChg>
        <pc:spChg chg="add del">
          <ac:chgData name="Мехрдод Солихов" userId="1903d256b615c2df" providerId="Windows Live" clId="Web-{E945C758-043C-44AD-879A-BF7BE0994F50}" dt="2025-12-12T19:25:39.164" v="672"/>
          <ac:spMkLst>
            <pc:docMk/>
            <pc:sldMk cId="3890871816" sldId="258"/>
            <ac:spMk id="24" creationId="{67F425FB-187D-4920-FFCC-FF54357F918D}"/>
          </ac:spMkLst>
        </pc:spChg>
        <pc:spChg chg="add del">
          <ac:chgData name="Мехрдод Солихов" userId="1903d256b615c2df" providerId="Windows Live" clId="Web-{E945C758-043C-44AD-879A-BF7BE0994F50}" dt="2025-12-12T19:25:39.164" v="672"/>
          <ac:spMkLst>
            <pc:docMk/>
            <pc:sldMk cId="3890871816" sldId="258"/>
            <ac:spMk id="25" creationId="{52A50CC3-78B1-3B48-130B-6B6B2C4B3928}"/>
          </ac:spMkLst>
        </pc:spChg>
        <pc:spChg chg="add mod">
          <ac:chgData name="Мехрдод Солихов" userId="1903d256b615c2df" providerId="Windows Live" clId="Web-{E945C758-043C-44AD-879A-BF7BE0994F50}" dt="2025-12-12T19:29:53.537" v="721" actId="1076"/>
          <ac:spMkLst>
            <pc:docMk/>
            <pc:sldMk cId="3890871816" sldId="258"/>
            <ac:spMk id="27" creationId="{1ADC66EF-B3C0-4236-9BBB-BC4060C38D26}"/>
          </ac:spMkLst>
        </pc:spChg>
        <pc:picChg chg="add del mod">
          <ac:chgData name="Мехрдод Солихов" userId="1903d256b615c2df" providerId="Windows Live" clId="Web-{E945C758-043C-44AD-879A-BF7BE0994F50}" dt="2025-12-12T19:24:48.132" v="660"/>
          <ac:picMkLst>
            <pc:docMk/>
            <pc:sldMk cId="3890871816" sldId="258"/>
            <ac:picMk id="4" creationId="{750319DB-7055-A16F-9F3A-21697EA68AE6}"/>
          </ac:picMkLst>
        </pc:picChg>
        <pc:picChg chg="add mod">
          <ac:chgData name="Мехрдод Солихов" userId="1903d256b615c2df" providerId="Windows Live" clId="Web-{E945C758-043C-44AD-879A-BF7BE0994F50}" dt="2025-12-12T19:25:43.696" v="674" actId="1076"/>
          <ac:picMkLst>
            <pc:docMk/>
            <pc:sldMk cId="3890871816" sldId="258"/>
            <ac:picMk id="20" creationId="{06CAAB04-84B7-B677-00A2-CCBD46DAB210}"/>
          </ac:picMkLst>
        </pc:picChg>
      </pc:sldChg>
      <pc:sldChg chg="addSp delSp modSp">
        <pc:chgData name="Мехрдод Солихов" userId="1903d256b615c2df" providerId="Windows Live" clId="Web-{E945C758-043C-44AD-879A-BF7BE0994F50}" dt="2025-12-12T19:03:45.930" v="166" actId="1076"/>
        <pc:sldMkLst>
          <pc:docMk/>
          <pc:sldMk cId="463357489" sldId="259"/>
        </pc:sldMkLst>
        <pc:picChg chg="del">
          <ac:chgData name="Мехрдод Солихов" userId="1903d256b615c2df" providerId="Windows Live" clId="Web-{E945C758-043C-44AD-879A-BF7BE0994F50}" dt="2025-12-12T19:03:12.680" v="158"/>
          <ac:picMkLst>
            <pc:docMk/>
            <pc:sldMk cId="463357489" sldId="259"/>
            <ac:picMk id="9" creationId="{00000000-0000-0000-0000-000000000000}"/>
          </ac:picMkLst>
        </pc:picChg>
        <pc:picChg chg="add mod">
          <ac:chgData name="Мехрдод Солихов" userId="1903d256b615c2df" providerId="Windows Live" clId="Web-{E945C758-043C-44AD-879A-BF7BE0994F50}" dt="2025-12-12T19:03:45.930" v="166" actId="1076"/>
          <ac:picMkLst>
            <pc:docMk/>
            <pc:sldMk cId="463357489" sldId="259"/>
            <ac:picMk id="12" creationId="{7D1D7D83-7EA5-920A-29AB-486BAA4B9720}"/>
          </ac:picMkLst>
        </pc:picChg>
      </pc:sldChg>
      <pc:sldChg chg="addSp delSp modSp mod setBg setClrOvrMap">
        <pc:chgData name="Мехрдод Солихов" userId="1903d256b615c2df" providerId="Windows Live" clId="Web-{E945C758-043C-44AD-879A-BF7BE0994F50}" dt="2025-12-12T19:04:32.837" v="179"/>
        <pc:sldMkLst>
          <pc:docMk/>
          <pc:sldMk cId="2408234558" sldId="261"/>
        </pc:sldMkLst>
        <pc:spChg chg="mod ord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3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4" creationId="{00000000-0000-0000-0000-000000000000}"/>
          </ac:spMkLst>
        </pc:spChg>
        <pc:spChg chg="add del">
          <ac:chgData name="Мехрдод Солихов" userId="1903d256b615c2df" providerId="Windows Live" clId="Web-{E945C758-043C-44AD-879A-BF7BE0994F50}" dt="2025-12-12T19:04:32.806" v="178"/>
          <ac:spMkLst>
            <pc:docMk/>
            <pc:sldMk cId="2408234558" sldId="261"/>
            <ac:spMk id="15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17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19" creationId="{F4979F40-3A44-4CCB-9EB7-F8318BCE576B}"/>
          </ac:spMkLst>
        </pc:spChg>
        <pc:spChg chg="add del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23" creationId="{AFD071FA-0514-4371-9568-86216A1F4658}"/>
          </ac:spMkLst>
        </pc:spChg>
        <pc:spChg chg="add del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25" creationId="{5211DDA4-E7B5-4325-A844-B7F59B084BA7}"/>
          </ac:spMkLst>
        </pc:spChg>
        <pc:spChg chg="add del">
          <ac:chgData name="Мехрдод Солихов" userId="1903d256b615c2df" providerId="Windows Live" clId="Web-{E945C758-043C-44AD-879A-BF7BE0994F50}" dt="2025-12-12T19:04:14.274" v="168"/>
          <ac:spMkLst>
            <pc:docMk/>
            <pc:sldMk cId="2408234558" sldId="261"/>
            <ac:spMk id="38" creationId="{C6DB8A24-0DF2-4AB3-9191-C02AB6937C1F}"/>
          </ac:spMkLst>
        </pc:spChg>
        <pc:spChg chg="add del">
          <ac:chgData name="Мехрдод Солихов" userId="1903d256b615c2df" providerId="Windows Live" clId="Web-{E945C758-043C-44AD-879A-BF7BE0994F50}" dt="2025-12-12T19:04:14.274" v="168"/>
          <ac:spMkLst>
            <pc:docMk/>
            <pc:sldMk cId="2408234558" sldId="261"/>
            <ac:spMk id="40" creationId="{6924F406-F250-4FCF-A28E-52F364A5AA1D}"/>
          </ac:spMkLst>
        </pc:spChg>
        <pc:spChg chg="add del">
          <ac:chgData name="Мехрдод Солихов" userId="1903d256b615c2df" providerId="Windows Live" clId="Web-{E945C758-043C-44AD-879A-BF7BE0994F50}" dt="2025-12-12T19:04:14.274" v="168"/>
          <ac:spMkLst>
            <pc:docMk/>
            <pc:sldMk cId="2408234558" sldId="261"/>
            <ac:spMk id="42" creationId="{E4055289-E0C6-4BD3-83C1-D3C3059323A2}"/>
          </ac:spMkLst>
        </pc:spChg>
        <pc:spChg chg="add del">
          <ac:chgData name="Мехрдод Солихов" userId="1903d256b615c2df" providerId="Windows Live" clId="Web-{E945C758-043C-44AD-879A-BF7BE0994F50}" dt="2025-12-12T19:04:14.274" v="168"/>
          <ac:spMkLst>
            <pc:docMk/>
            <pc:sldMk cId="2408234558" sldId="261"/>
            <ac:spMk id="44" creationId="{3D0E302E-D9CD-4301-A67C-2F0F43791D81}"/>
          </ac:spMkLst>
        </pc:spChg>
        <pc:spChg chg="add del">
          <ac:chgData name="Мехрдод Солихов" userId="1903d256b615c2df" providerId="Windows Live" clId="Web-{E945C758-043C-44AD-879A-BF7BE0994F50}" dt="2025-12-12T19:04:14.274" v="168"/>
          <ac:spMkLst>
            <pc:docMk/>
            <pc:sldMk cId="2408234558" sldId="261"/>
            <ac:spMk id="48" creationId="{35174CBE-3C8C-4936-BADC-26BFB4F07FA9}"/>
          </ac:spMkLst>
        </pc:spChg>
        <pc:spChg chg="add del">
          <ac:chgData name="Мехрдод Солихов" userId="1903d256b615c2df" providerId="Windows Live" clId="Web-{E945C758-043C-44AD-879A-BF7BE0994F50}" dt="2025-12-12T19:04:17.259" v="170"/>
          <ac:spMkLst>
            <pc:docMk/>
            <pc:sldMk cId="2408234558" sldId="261"/>
            <ac:spMk id="57" creationId="{C6DB8A24-0DF2-4AB3-9191-C02AB6937C1F}"/>
          </ac:spMkLst>
        </pc:spChg>
        <pc:spChg chg="add del">
          <ac:chgData name="Мехрдод Солихов" userId="1903d256b615c2df" providerId="Windows Live" clId="Web-{E945C758-043C-44AD-879A-BF7BE0994F50}" dt="2025-12-12T19:04:17.259" v="170"/>
          <ac:spMkLst>
            <pc:docMk/>
            <pc:sldMk cId="2408234558" sldId="261"/>
            <ac:spMk id="58" creationId="{6924F406-F250-4FCF-A28E-52F364A5AA1D}"/>
          </ac:spMkLst>
        </pc:spChg>
        <pc:spChg chg="add del">
          <ac:chgData name="Мехрдод Солихов" userId="1903d256b615c2df" providerId="Windows Live" clId="Web-{E945C758-043C-44AD-879A-BF7BE0994F50}" dt="2025-12-12T19:04:17.259" v="170"/>
          <ac:spMkLst>
            <pc:docMk/>
            <pc:sldMk cId="2408234558" sldId="261"/>
            <ac:spMk id="61" creationId="{13BC1C09-8FD1-4619-B317-E9EED5E55DD8}"/>
          </ac:spMkLst>
        </pc:spChg>
        <pc:spChg chg="add del">
          <ac:chgData name="Мехрдод Солихов" userId="1903d256b615c2df" providerId="Windows Live" clId="Web-{E945C758-043C-44AD-879A-BF7BE0994F50}" dt="2025-12-12T19:04:22.556" v="172"/>
          <ac:spMkLst>
            <pc:docMk/>
            <pc:sldMk cId="2408234558" sldId="261"/>
            <ac:spMk id="67" creationId="{C6DB8A24-0DF2-4AB3-9191-C02AB6937C1F}"/>
          </ac:spMkLst>
        </pc:spChg>
        <pc:spChg chg="add del">
          <ac:chgData name="Мехрдод Солихов" userId="1903d256b615c2df" providerId="Windows Live" clId="Web-{E945C758-043C-44AD-879A-BF7BE0994F50}" dt="2025-12-12T19:04:22.556" v="172"/>
          <ac:spMkLst>
            <pc:docMk/>
            <pc:sldMk cId="2408234558" sldId="261"/>
            <ac:spMk id="68" creationId="{6924F406-F250-4FCF-A28E-52F364A5AA1D}"/>
          </ac:spMkLst>
        </pc:spChg>
        <pc:spChg chg="add del">
          <ac:chgData name="Мехрдод Солихов" userId="1903d256b615c2df" providerId="Windows Live" clId="Web-{E945C758-043C-44AD-879A-BF7BE0994F50}" dt="2025-12-12T19:04:22.556" v="172"/>
          <ac:spMkLst>
            <pc:docMk/>
            <pc:sldMk cId="2408234558" sldId="261"/>
            <ac:spMk id="71" creationId="{C493E730-2044-49B5-A022-B8D6F359343E}"/>
          </ac:spMkLst>
        </pc:spChg>
        <pc:spChg chg="add del">
          <ac:chgData name="Мехрдод Солихов" userId="1903d256b615c2df" providerId="Windows Live" clId="Web-{E945C758-043C-44AD-879A-BF7BE0994F50}" dt="2025-12-12T19:04:25.540" v="174"/>
          <ac:spMkLst>
            <pc:docMk/>
            <pc:sldMk cId="2408234558" sldId="261"/>
            <ac:spMk id="77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4:25.540" v="174"/>
          <ac:spMkLst>
            <pc:docMk/>
            <pc:sldMk cId="2408234558" sldId="261"/>
            <ac:spMk id="78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4:25.540" v="174"/>
          <ac:spMkLst>
            <pc:docMk/>
            <pc:sldMk cId="2408234558" sldId="261"/>
            <ac:spMk id="81" creationId="{D0D98427-7B26-46E2-93FE-CB8CD38542AE}"/>
          </ac:spMkLst>
        </pc:spChg>
        <pc:spChg chg="add del">
          <ac:chgData name="Мехрдод Солихов" userId="1903d256b615c2df" providerId="Windows Live" clId="Web-{E945C758-043C-44AD-879A-BF7BE0994F50}" dt="2025-12-12T19:04:25.540" v="174"/>
          <ac:spMkLst>
            <pc:docMk/>
            <pc:sldMk cId="2408234558" sldId="261"/>
            <ac:spMk id="82" creationId="{B15A4233-F980-4EF6-B2C0-D7C63E752ADF}"/>
          </ac:spMkLst>
        </pc:spChg>
        <pc:spChg chg="add del">
          <ac:chgData name="Мехрдод Солихов" userId="1903d256b615c2df" providerId="Windows Live" clId="Web-{E945C758-043C-44AD-879A-BF7BE0994F50}" dt="2025-12-12T19:04:29.884" v="176"/>
          <ac:spMkLst>
            <pc:docMk/>
            <pc:sldMk cId="2408234558" sldId="261"/>
            <ac:spMk id="89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4:29.884" v="176"/>
          <ac:spMkLst>
            <pc:docMk/>
            <pc:sldMk cId="2408234558" sldId="261"/>
            <ac:spMk id="90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4:29.884" v="176"/>
          <ac:spMkLst>
            <pc:docMk/>
            <pc:sldMk cId="2408234558" sldId="261"/>
            <ac:spMk id="91" creationId="{C610D2AE-07EF-436A-9755-AA8DF4B933A4}"/>
          </ac:spMkLst>
        </pc:spChg>
        <pc:spChg chg="add del">
          <ac:chgData name="Мехрдод Солихов" userId="1903d256b615c2df" providerId="Windows Live" clId="Web-{E945C758-043C-44AD-879A-BF7BE0994F50}" dt="2025-12-12T19:04:29.884" v="176"/>
          <ac:spMkLst>
            <pc:docMk/>
            <pc:sldMk cId="2408234558" sldId="261"/>
            <ac:spMk id="93" creationId="{CF2D8AD5-434A-4C0E-9F5B-C1AFD645F364}"/>
          </ac:spMkLst>
        </pc:spChg>
        <pc:spChg chg="add del">
          <ac:chgData name="Мехрдод Солихов" userId="1903d256b615c2df" providerId="Windows Live" clId="Web-{E945C758-043C-44AD-879A-BF7BE0994F50}" dt="2025-12-12T19:04:32.806" v="178"/>
          <ac:spMkLst>
            <pc:docMk/>
            <pc:sldMk cId="2408234558" sldId="261"/>
            <ac:spMk id="99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4:32.806" v="178"/>
          <ac:spMkLst>
            <pc:docMk/>
            <pc:sldMk cId="2408234558" sldId="261"/>
            <ac:spMk id="100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4:32.806" v="178"/>
          <ac:spMkLst>
            <pc:docMk/>
            <pc:sldMk cId="2408234558" sldId="261"/>
            <ac:spMk id="101" creationId="{F4979F40-3A44-4CCB-9EB7-F8318BCE576B}"/>
          </ac:spMkLst>
        </pc:spChg>
        <pc:spChg chg="add del">
          <ac:chgData name="Мехрдод Солихов" userId="1903d256b615c2df" providerId="Windows Live" clId="Web-{E945C758-043C-44AD-879A-BF7BE0994F50}" dt="2025-12-12T19:04:32.806" v="178"/>
          <ac:spMkLst>
            <pc:docMk/>
            <pc:sldMk cId="2408234558" sldId="261"/>
            <ac:spMk id="103" creationId="{AFD071FA-0514-4371-9568-86216A1F4658}"/>
          </ac:spMkLst>
        </pc:spChg>
        <pc:spChg chg="add del">
          <ac:chgData name="Мехрдод Солихов" userId="1903d256b615c2df" providerId="Windows Live" clId="Web-{E945C758-043C-44AD-879A-BF7BE0994F50}" dt="2025-12-12T19:04:32.806" v="178"/>
          <ac:spMkLst>
            <pc:docMk/>
            <pc:sldMk cId="2408234558" sldId="261"/>
            <ac:spMk id="104" creationId="{5211DDA4-E7B5-4325-A844-B7F59B084BA7}"/>
          </ac:spMkLst>
        </pc:spChg>
        <pc:spChg chg="add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111" creationId="{EA4A294F-6D36-425B-8632-27FD6A284D09}"/>
          </ac:spMkLst>
        </pc:spChg>
        <pc:spChg chg="add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112" creationId="{3FECAD23-900F-4F1B-A441-6A68749F88D4}"/>
          </ac:spMkLst>
        </pc:spChg>
        <pc:spChg chg="add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114" creationId="{8A233090-6C39-4F59-8A0F-86F011A7EEEB}"/>
          </ac:spMkLst>
        </pc:spChg>
        <pc:spChg chg="add">
          <ac:chgData name="Мехрдод Солихов" userId="1903d256b615c2df" providerId="Windows Live" clId="Web-{E945C758-043C-44AD-879A-BF7BE0994F50}" dt="2025-12-12T19:04:32.837" v="179"/>
          <ac:spMkLst>
            <pc:docMk/>
            <pc:sldMk cId="2408234558" sldId="261"/>
            <ac:spMk id="115" creationId="{484DCAA0-4BF1-4FB9-97BA-D6BA630419A0}"/>
          </ac:spMkLst>
        </pc:spChg>
        <pc:picChg chg="add mod">
          <ac:chgData name="Мехрдод Солихов" userId="1903d256b615c2df" providerId="Windows Live" clId="Web-{E945C758-043C-44AD-879A-BF7BE0994F50}" dt="2025-12-12T18:59:37.629" v="141"/>
          <ac:picMkLst>
            <pc:docMk/>
            <pc:sldMk cId="2408234558" sldId="261"/>
            <ac:picMk id="2" creationId="{ED2B8075-7DD0-564A-9C52-DD660A84B3EC}"/>
          </ac:picMkLst>
        </pc:picChg>
        <pc:picChg chg="del">
          <ac:chgData name="Мехрдод Солихов" userId="1903d256b615c2df" providerId="Windows Live" clId="Web-{E945C758-043C-44AD-879A-BF7BE0994F50}" dt="2025-12-12T18:59:15.098" v="138"/>
          <ac:picMkLst>
            <pc:docMk/>
            <pc:sldMk cId="2408234558" sldId="261"/>
            <ac:picMk id="5" creationId="{00000000-0000-0000-0000-000000000000}"/>
          </ac:picMkLst>
        </pc:picChg>
        <pc:picChg chg="del">
          <ac:chgData name="Мехрдод Солихов" userId="1903d256b615c2df" providerId="Windows Live" clId="Web-{E945C758-043C-44AD-879A-BF7BE0994F50}" dt="2025-12-12T18:59:12.879" v="137"/>
          <ac:picMkLst>
            <pc:docMk/>
            <pc:sldMk cId="2408234558" sldId="261"/>
            <ac:picMk id="6" creationId="{00000000-0000-0000-0000-000000000000}"/>
          </ac:picMkLst>
        </pc:picChg>
        <pc:picChg chg="add">
          <ac:chgData name="Мехрдод Солихов" userId="1903d256b615c2df" providerId="Windows Live" clId="Web-{E945C758-043C-44AD-879A-BF7BE0994F50}" dt="2025-12-12T18:59:37.629" v="141"/>
          <ac:picMkLst>
            <pc:docMk/>
            <pc:sldMk cId="2408234558" sldId="261"/>
            <ac:picMk id="13" creationId="{F3A6C14C-E755-4A02-821B-6EA2D4C9F20D}"/>
          </ac:picMkLst>
        </pc:picChg>
        <pc:picChg chg="add">
          <ac:chgData name="Мехрдод Солихов" userId="1903d256b615c2df" providerId="Windows Live" clId="Web-{E945C758-043C-44AD-879A-BF7BE0994F50}" dt="2025-12-12T18:59:37.629" v="141"/>
          <ac:picMkLst>
            <pc:docMk/>
            <pc:sldMk cId="2408234558" sldId="261"/>
            <ac:picMk id="21" creationId="{15291D39-6B03-4BB5-BFC6-CBF11E90BFD6}"/>
          </ac:picMkLst>
        </pc:picChg>
      </pc:sldChg>
      <pc:sldChg chg="addSp delSp modSp mod setBg">
        <pc:chgData name="Мехрдод Солихов" userId="1903d256b615c2df" providerId="Windows Live" clId="Web-{E945C758-043C-44AD-879A-BF7BE0994F50}" dt="2025-12-12T18:59:09.238" v="136" actId="20577"/>
        <pc:sldMkLst>
          <pc:docMk/>
          <pc:sldMk cId="1637526342" sldId="262"/>
        </pc:sldMkLst>
        <pc:spChg chg="mod">
          <ac:chgData name="Мехрдод Солихов" userId="1903d256b615c2df" providerId="Windows Live" clId="Web-{E945C758-043C-44AD-879A-BF7BE0994F50}" dt="2025-12-12T18:53:18.286" v="11"/>
          <ac:spMkLst>
            <pc:docMk/>
            <pc:sldMk cId="1637526342" sldId="262"/>
            <ac:spMk id="3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8:59:09.238" v="136" actId="20577"/>
          <ac:spMkLst>
            <pc:docMk/>
            <pc:sldMk cId="1637526342" sldId="262"/>
            <ac:spMk id="4" creationId="{00000000-0000-0000-0000-000000000000}"/>
          </ac:spMkLst>
        </pc:spChg>
        <pc:spChg chg="add">
          <ac:chgData name="Мехрдод Солихов" userId="1903d256b615c2df" providerId="Windows Live" clId="Web-{E945C758-043C-44AD-879A-BF7BE0994F50}" dt="2025-12-12T18:53:18.286" v="11"/>
          <ac:spMkLst>
            <pc:docMk/>
            <pc:sldMk cId="1637526342" sldId="262"/>
            <ac:spMk id="18" creationId="{FC563705-9678-4052-A909-B5114B9A20BD}"/>
          </ac:spMkLst>
        </pc:spChg>
        <pc:spChg chg="add">
          <ac:chgData name="Мехрдод Солихов" userId="1903d256b615c2df" providerId="Windows Live" clId="Web-{E945C758-043C-44AD-879A-BF7BE0994F50}" dt="2025-12-12T18:53:18.286" v="11"/>
          <ac:spMkLst>
            <pc:docMk/>
            <pc:sldMk cId="1637526342" sldId="262"/>
            <ac:spMk id="20" creationId="{22FEEF27-DE57-43BD-AD75-1F367403B6D4}"/>
          </ac:spMkLst>
        </pc:spChg>
        <pc:spChg chg="add">
          <ac:chgData name="Мехрдод Солихов" userId="1903d256b615c2df" providerId="Windows Live" clId="Web-{E945C758-043C-44AD-879A-BF7BE0994F50}" dt="2025-12-12T18:53:18.286" v="11"/>
          <ac:spMkLst>
            <pc:docMk/>
            <pc:sldMk cId="1637526342" sldId="262"/>
            <ac:spMk id="22" creationId="{CCA8E4C0-5A30-4755-B155-08BB36C8E2BD}"/>
          </ac:spMkLst>
        </pc:spChg>
        <pc:spChg chg="add">
          <ac:chgData name="Мехрдод Солихов" userId="1903d256b615c2df" providerId="Windows Live" clId="Web-{E945C758-043C-44AD-879A-BF7BE0994F50}" dt="2025-12-12T18:53:18.286" v="11"/>
          <ac:spMkLst>
            <pc:docMk/>
            <pc:sldMk cId="1637526342" sldId="262"/>
            <ac:spMk id="24" creationId="{375042C6-6A6E-4F79-A746-797431EA8316}"/>
          </ac:spMkLst>
        </pc:spChg>
        <pc:picChg chg="del">
          <ac:chgData name="Мехрдод Солихов" userId="1903d256b615c2df" providerId="Windows Live" clId="Web-{E945C758-043C-44AD-879A-BF7BE0994F50}" dt="2025-12-12T18:52:19.672" v="6"/>
          <ac:picMkLst>
            <pc:docMk/>
            <pc:sldMk cId="1637526342" sldId="262"/>
            <ac:picMk id="2" creationId="{00000000-0000-0000-0000-000000000000}"/>
          </ac:picMkLst>
        </pc:picChg>
        <pc:picChg chg="del">
          <ac:chgData name="Мехрдод Солихов" userId="1903d256b615c2df" providerId="Windows Live" clId="Web-{E945C758-043C-44AD-879A-BF7BE0994F50}" dt="2025-12-12T18:52:22.735" v="7"/>
          <ac:picMkLst>
            <pc:docMk/>
            <pc:sldMk cId="1637526342" sldId="262"/>
            <ac:picMk id="5" creationId="{00000000-0000-0000-0000-000000000000}"/>
          </ac:picMkLst>
        </pc:picChg>
        <pc:picChg chg="add mod">
          <ac:chgData name="Мехрдод Солихов" userId="1903d256b615c2df" providerId="Windows Live" clId="Web-{E945C758-043C-44AD-879A-BF7BE0994F50}" dt="2025-12-12T18:52:39.361" v="9" actId="1076"/>
          <ac:picMkLst>
            <pc:docMk/>
            <pc:sldMk cId="1637526342" sldId="262"/>
            <ac:picMk id="6" creationId="{6EA317E6-C4E4-F73C-75C5-3B68796445C7}"/>
          </ac:picMkLst>
        </pc:picChg>
        <pc:picChg chg="add mod">
          <ac:chgData name="Мехрдод Солихов" userId="1903d256b615c2df" providerId="Windows Live" clId="Web-{E945C758-043C-44AD-879A-BF7BE0994F50}" dt="2025-12-12T18:53:18.286" v="11"/>
          <ac:picMkLst>
            <pc:docMk/>
            <pc:sldMk cId="1637526342" sldId="262"/>
            <ac:picMk id="7" creationId="{F105C9D9-0B64-5F26-299F-E4DE07EFB150}"/>
          </ac:picMkLst>
        </pc:picChg>
        <pc:picChg chg="add">
          <ac:chgData name="Мехрдод Солихов" userId="1903d256b615c2df" providerId="Windows Live" clId="Web-{E945C758-043C-44AD-879A-BF7BE0994F50}" dt="2025-12-12T18:53:18.286" v="11"/>
          <ac:picMkLst>
            <pc:docMk/>
            <pc:sldMk cId="1637526342" sldId="262"/>
            <ac:picMk id="12" creationId="{01A3CA1B-1530-4046-A299-90F41FE7FBFA}"/>
          </ac:picMkLst>
        </pc:picChg>
        <pc:picChg chg="add">
          <ac:chgData name="Мехрдод Солихов" userId="1903d256b615c2df" providerId="Windows Live" clId="Web-{E945C758-043C-44AD-879A-BF7BE0994F50}" dt="2025-12-12T18:53:18.286" v="11"/>
          <ac:picMkLst>
            <pc:docMk/>
            <pc:sldMk cId="1637526342" sldId="262"/>
            <ac:picMk id="14" creationId="{126A6064-3EEB-4D82-B8AB-85EC8287EF25}"/>
          </ac:picMkLst>
        </pc:picChg>
        <pc:picChg chg="add">
          <ac:chgData name="Мехрдод Солихов" userId="1903d256b615c2df" providerId="Windows Live" clId="Web-{E945C758-043C-44AD-879A-BF7BE0994F50}" dt="2025-12-12T18:53:18.286" v="11"/>
          <ac:picMkLst>
            <pc:docMk/>
            <pc:sldMk cId="1637526342" sldId="262"/>
            <ac:picMk id="16" creationId="{70EB3F8A-0655-4D47-B546-F7EC731E02CF}"/>
          </ac:picMkLst>
        </pc:picChg>
      </pc:sldChg>
      <pc:sldChg chg="addSp delSp modSp">
        <pc:chgData name="Мехрдод Солихов" userId="1903d256b615c2df" providerId="Windows Live" clId="Web-{E945C758-043C-44AD-879A-BF7BE0994F50}" dt="2025-12-12T19:10:59.849" v="335" actId="1076"/>
        <pc:sldMkLst>
          <pc:docMk/>
          <pc:sldMk cId="1080697727" sldId="263"/>
        </pc:sldMkLst>
        <pc:spChg chg="mod">
          <ac:chgData name="Мехрдод Солихов" userId="1903d256b615c2df" providerId="Windows Live" clId="Web-{E945C758-043C-44AD-879A-BF7BE0994F50}" dt="2025-12-12T19:10:14.080" v="333" actId="1076"/>
          <ac:spMkLst>
            <pc:docMk/>
            <pc:sldMk cId="1080697727" sldId="263"/>
            <ac:spMk id="3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9:10:16.909" v="334" actId="1076"/>
          <ac:spMkLst>
            <pc:docMk/>
            <pc:sldMk cId="1080697727" sldId="263"/>
            <ac:spMk id="4" creationId="{00000000-0000-0000-0000-000000000000}"/>
          </ac:spMkLst>
        </pc:spChg>
        <pc:picChg chg="del">
          <ac:chgData name="Мехрдод Солихов" userId="1903d256b615c2df" providerId="Windows Live" clId="Web-{E945C758-043C-44AD-879A-BF7BE0994F50}" dt="2025-12-12T18:51:14.124" v="0"/>
          <ac:picMkLst>
            <pc:docMk/>
            <pc:sldMk cId="1080697727" sldId="263"/>
            <ac:picMk id="2" creationId="{00000000-0000-0000-0000-000000000000}"/>
          </ac:picMkLst>
        </pc:picChg>
        <pc:picChg chg="del">
          <ac:chgData name="Мехрдод Солихов" userId="1903d256b615c2df" providerId="Windows Live" clId="Web-{E945C758-043C-44AD-879A-BF7BE0994F50}" dt="2025-12-12T18:51:16.765" v="1"/>
          <ac:picMkLst>
            <pc:docMk/>
            <pc:sldMk cId="1080697727" sldId="263"/>
            <ac:picMk id="5" creationId="{00000000-0000-0000-0000-000000000000}"/>
          </ac:picMkLst>
        </pc:picChg>
        <pc:picChg chg="add mod">
          <ac:chgData name="Мехрдод Солихов" userId="1903d256b615c2df" providerId="Windows Live" clId="Web-{E945C758-043C-44AD-879A-BF7BE0994F50}" dt="2025-12-12T19:10:59.849" v="335" actId="1076"/>
          <ac:picMkLst>
            <pc:docMk/>
            <pc:sldMk cId="1080697727" sldId="263"/>
            <ac:picMk id="6" creationId="{C83A9102-D1FA-005C-5795-06F007AA198E}"/>
          </ac:picMkLst>
        </pc:picChg>
      </pc:sldChg>
      <pc:sldChg chg="addSp delSp modSp mod setBg">
        <pc:chgData name="Мехрдод Солихов" userId="1903d256b615c2df" providerId="Windows Live" clId="Web-{E945C758-043C-44AD-879A-BF7BE0994F50}" dt="2025-12-12T19:14:41.826" v="401"/>
        <pc:sldMkLst>
          <pc:docMk/>
          <pc:sldMk cId="138904812" sldId="264"/>
        </pc:sldMkLst>
        <pc:spChg chg="mod ord">
          <ac:chgData name="Мехрдод Солихов" userId="1903d256b615c2df" providerId="Windows Live" clId="Web-{E945C758-043C-44AD-879A-BF7BE0994F50}" dt="2025-12-12T19:06:17.822" v="194"/>
          <ac:spMkLst>
            <pc:docMk/>
            <pc:sldMk cId="138904812" sldId="264"/>
            <ac:spMk id="3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9:14:24.935" v="397" actId="20577"/>
          <ac:spMkLst>
            <pc:docMk/>
            <pc:sldMk cId="138904812" sldId="264"/>
            <ac:spMk id="4" creationId="{00000000-0000-0000-0000-000000000000}"/>
          </ac:spMkLst>
        </pc:spChg>
        <pc:spChg chg="add del">
          <ac:chgData name="Мехрдод Солихов" userId="1903d256b615c2df" providerId="Windows Live" clId="Web-{E945C758-043C-44AD-879A-BF7BE0994F50}" dt="2025-12-12T19:05:59.775" v="185"/>
          <ac:spMkLst>
            <pc:docMk/>
            <pc:sldMk cId="138904812" sldId="264"/>
            <ac:spMk id="17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5:59.775" v="185"/>
          <ac:spMkLst>
            <pc:docMk/>
            <pc:sldMk cId="138904812" sldId="264"/>
            <ac:spMk id="19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6:02.760" v="187"/>
          <ac:spMkLst>
            <pc:docMk/>
            <pc:sldMk cId="138904812" sldId="264"/>
            <ac:spMk id="25" creationId="{13BC1C09-8FD1-4619-B317-E9EED5E55DD8}"/>
          </ac:spMkLst>
        </pc:spChg>
        <pc:spChg chg="add del">
          <ac:chgData name="Мехрдод Солихов" userId="1903d256b615c2df" providerId="Windows Live" clId="Web-{E945C758-043C-44AD-879A-BF7BE0994F50}" dt="2025-12-12T19:06:02.760" v="187"/>
          <ac:spMkLst>
            <pc:docMk/>
            <pc:sldMk cId="138904812" sldId="264"/>
            <ac:spMk id="29" creationId="{C6DB8A24-0DF2-4AB3-9191-C02AB6937C1F}"/>
          </ac:spMkLst>
        </pc:spChg>
        <pc:spChg chg="add del">
          <ac:chgData name="Мехрдод Солихов" userId="1903d256b615c2df" providerId="Windows Live" clId="Web-{E945C758-043C-44AD-879A-BF7BE0994F50}" dt="2025-12-12T19:06:02.760" v="187"/>
          <ac:spMkLst>
            <pc:docMk/>
            <pc:sldMk cId="138904812" sldId="264"/>
            <ac:spMk id="30" creationId="{6924F406-F250-4FCF-A28E-52F364A5AA1D}"/>
          </ac:spMkLst>
        </pc:spChg>
        <pc:spChg chg="add del">
          <ac:chgData name="Мехрдод Солихов" userId="1903d256b615c2df" providerId="Windows Live" clId="Web-{E945C758-043C-44AD-879A-BF7BE0994F50}" dt="2025-12-12T19:06:09.510" v="189"/>
          <ac:spMkLst>
            <pc:docMk/>
            <pc:sldMk cId="138904812" sldId="264"/>
            <ac:spMk id="35" creationId="{C6DB8A24-0DF2-4AB3-9191-C02AB6937C1F}"/>
          </ac:spMkLst>
        </pc:spChg>
        <pc:spChg chg="add del">
          <ac:chgData name="Мехрдод Солихов" userId="1903d256b615c2df" providerId="Windows Live" clId="Web-{E945C758-043C-44AD-879A-BF7BE0994F50}" dt="2025-12-12T19:06:09.510" v="189"/>
          <ac:spMkLst>
            <pc:docMk/>
            <pc:sldMk cId="138904812" sldId="264"/>
            <ac:spMk id="36" creationId="{6924F406-F250-4FCF-A28E-52F364A5AA1D}"/>
          </ac:spMkLst>
        </pc:spChg>
        <pc:spChg chg="add del">
          <ac:chgData name="Мехрдод Солихов" userId="1903d256b615c2df" providerId="Windows Live" clId="Web-{E945C758-043C-44AD-879A-BF7BE0994F50}" dt="2025-12-12T19:06:09.510" v="189"/>
          <ac:spMkLst>
            <pc:docMk/>
            <pc:sldMk cId="138904812" sldId="264"/>
            <ac:spMk id="38" creationId="{C493E730-2044-49B5-A022-B8D6F359343E}"/>
          </ac:spMkLst>
        </pc:spChg>
        <pc:spChg chg="add del">
          <ac:chgData name="Мехрдод Солихов" userId="1903d256b615c2df" providerId="Windows Live" clId="Web-{E945C758-043C-44AD-879A-BF7BE0994F50}" dt="2025-12-12T19:06:14.901" v="191"/>
          <ac:spMkLst>
            <pc:docMk/>
            <pc:sldMk cId="138904812" sldId="264"/>
            <ac:spMk id="44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6:14.901" v="191"/>
          <ac:spMkLst>
            <pc:docMk/>
            <pc:sldMk cId="138904812" sldId="264"/>
            <ac:spMk id="45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6:14.901" v="191"/>
          <ac:spMkLst>
            <pc:docMk/>
            <pc:sldMk cId="138904812" sldId="264"/>
            <ac:spMk id="46" creationId="{3FECAD23-900F-4F1B-A441-6A68749F88D4}"/>
          </ac:spMkLst>
        </pc:spChg>
        <pc:spChg chg="add del">
          <ac:chgData name="Мехрдод Солихов" userId="1903d256b615c2df" providerId="Windows Live" clId="Web-{E945C758-043C-44AD-879A-BF7BE0994F50}" dt="2025-12-12T19:06:14.901" v="191"/>
          <ac:spMkLst>
            <pc:docMk/>
            <pc:sldMk cId="138904812" sldId="264"/>
            <ac:spMk id="47" creationId="{8A233090-6C39-4F59-8A0F-86F011A7EEEB}"/>
          </ac:spMkLst>
        </pc:spChg>
        <pc:spChg chg="add del">
          <ac:chgData name="Мехрдод Солихов" userId="1903d256b615c2df" providerId="Windows Live" clId="Web-{E945C758-043C-44AD-879A-BF7BE0994F50}" dt="2025-12-12T19:06:14.901" v="191"/>
          <ac:spMkLst>
            <pc:docMk/>
            <pc:sldMk cId="138904812" sldId="264"/>
            <ac:spMk id="48" creationId="{484DCAA0-4BF1-4FB9-97BA-D6BA630419A0}"/>
          </ac:spMkLst>
        </pc:spChg>
        <pc:spChg chg="add del">
          <ac:chgData name="Мехрдод Солихов" userId="1903d256b615c2df" providerId="Windows Live" clId="Web-{E945C758-043C-44AD-879A-BF7BE0994F50}" dt="2025-12-12T19:06:17.791" v="193"/>
          <ac:spMkLst>
            <pc:docMk/>
            <pc:sldMk cId="138904812" sldId="264"/>
            <ac:spMk id="54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06:17.791" v="193"/>
          <ac:spMkLst>
            <pc:docMk/>
            <pc:sldMk cId="138904812" sldId="264"/>
            <ac:spMk id="55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06:17.791" v="193"/>
          <ac:spMkLst>
            <pc:docMk/>
            <pc:sldMk cId="138904812" sldId="264"/>
            <ac:spMk id="56" creationId="{C610D2AE-07EF-436A-9755-AA8DF4B933A4}"/>
          </ac:spMkLst>
        </pc:spChg>
        <pc:spChg chg="add del">
          <ac:chgData name="Мехрдод Солихов" userId="1903d256b615c2df" providerId="Windows Live" clId="Web-{E945C758-043C-44AD-879A-BF7BE0994F50}" dt="2025-12-12T19:06:17.791" v="193"/>
          <ac:spMkLst>
            <pc:docMk/>
            <pc:sldMk cId="138904812" sldId="264"/>
            <ac:spMk id="58" creationId="{CF2D8AD5-434A-4C0E-9F5B-C1AFD645F364}"/>
          </ac:spMkLst>
        </pc:spChg>
        <pc:spChg chg="add del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64" creationId="{6478287C-E119-4E9C-95B0-518478BD9D07}"/>
          </ac:spMkLst>
        </pc:spChg>
        <pc:spChg chg="add del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65" creationId="{EA4A294F-6D36-425B-8632-27FD6A284D09}"/>
          </ac:spMkLst>
        </pc:spChg>
        <pc:spChg chg="add del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66" creationId="{3FECAD23-900F-4F1B-A441-6A68749F88D4}"/>
          </ac:spMkLst>
        </pc:spChg>
        <pc:spChg chg="add del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68" creationId="{8A233090-6C39-4F59-8A0F-86F011A7EEEB}"/>
          </ac:spMkLst>
        </pc:spChg>
        <pc:spChg chg="add del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69" creationId="{484DCAA0-4BF1-4FB9-97BA-D6BA630419A0}"/>
          </ac:spMkLst>
        </pc:spChg>
        <pc:spChg chg="add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81" creationId="{6478287C-E119-4E9C-95B0-518478BD9D07}"/>
          </ac:spMkLst>
        </pc:spChg>
        <pc:spChg chg="add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83" creationId="{EA4A294F-6D36-425B-8632-27FD6A284D09}"/>
          </ac:spMkLst>
        </pc:spChg>
        <pc:spChg chg="add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85" creationId="{3FECAD23-900F-4F1B-A441-6A68749F88D4}"/>
          </ac:spMkLst>
        </pc:spChg>
        <pc:spChg chg="add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89" creationId="{8A233090-6C39-4F59-8A0F-86F011A7EEEB}"/>
          </ac:spMkLst>
        </pc:spChg>
        <pc:spChg chg="add">
          <ac:chgData name="Мехрдод Солихов" userId="1903d256b615c2df" providerId="Windows Live" clId="Web-{E945C758-043C-44AD-879A-BF7BE0994F50}" dt="2025-12-12T19:14:41.826" v="401"/>
          <ac:spMkLst>
            <pc:docMk/>
            <pc:sldMk cId="138904812" sldId="264"/>
            <ac:spMk id="91" creationId="{484DCAA0-4BF1-4FB9-97BA-D6BA630419A0}"/>
          </ac:spMkLst>
        </pc:spChg>
        <pc:picChg chg="del">
          <ac:chgData name="Мехрдод Солихов" userId="1903d256b615c2df" providerId="Windows Live" clId="Web-{E945C758-043C-44AD-879A-BF7BE0994F50}" dt="2025-12-12T19:05:01.134" v="180"/>
          <ac:picMkLst>
            <pc:docMk/>
            <pc:sldMk cId="138904812" sldId="264"/>
            <ac:picMk id="2" creationId="{00000000-0000-0000-0000-000000000000}"/>
          </ac:picMkLst>
        </pc:picChg>
        <pc:picChg chg="del">
          <ac:chgData name="Мехрдод Солихов" userId="1903d256b615c2df" providerId="Windows Live" clId="Web-{E945C758-043C-44AD-879A-BF7BE0994F50}" dt="2025-12-12T19:05:03.525" v="181"/>
          <ac:picMkLst>
            <pc:docMk/>
            <pc:sldMk cId="138904812" sldId="264"/>
            <ac:picMk id="5" creationId="{00000000-0000-0000-0000-000000000000}"/>
          </ac:picMkLst>
        </pc:picChg>
        <pc:picChg chg="add del mod ord">
          <ac:chgData name="Мехрдод Солихов" userId="1903d256b615c2df" providerId="Windows Live" clId="Web-{E945C758-043C-44AD-879A-BF7BE0994F50}" dt="2025-12-12T19:14:26.185" v="398"/>
          <ac:picMkLst>
            <pc:docMk/>
            <pc:sldMk cId="138904812" sldId="264"/>
            <ac:picMk id="6" creationId="{FA7344CC-2353-2318-2BDF-241A72A7CF04}"/>
          </ac:picMkLst>
        </pc:picChg>
        <pc:picChg chg="add mod">
          <ac:chgData name="Мехрдод Солихов" userId="1903d256b615c2df" providerId="Windows Live" clId="Web-{E945C758-043C-44AD-879A-BF7BE0994F50}" dt="2025-12-12T19:14:37.920" v="400" actId="1076"/>
          <ac:picMkLst>
            <pc:docMk/>
            <pc:sldMk cId="138904812" sldId="264"/>
            <ac:picMk id="7" creationId="{D60EA745-8FC6-8A7F-8A08-03A3CB6C6566}"/>
          </ac:picMkLst>
        </pc:picChg>
        <pc:picChg chg="add del">
          <ac:chgData name="Мехрдод Солихов" userId="1903d256b615c2df" providerId="Windows Live" clId="Web-{E945C758-043C-44AD-879A-BF7BE0994F50}" dt="2025-12-12T19:05:59.775" v="185"/>
          <ac:picMkLst>
            <pc:docMk/>
            <pc:sldMk cId="138904812" sldId="264"/>
            <ac:picMk id="11" creationId="{5321D838-2C7E-4177-9DD3-DAC78324A2B2}"/>
          </ac:picMkLst>
        </pc:picChg>
        <pc:picChg chg="add del">
          <ac:chgData name="Мехрдод Солихов" userId="1903d256b615c2df" providerId="Windows Live" clId="Web-{E945C758-043C-44AD-879A-BF7BE0994F50}" dt="2025-12-12T19:05:59.775" v="185"/>
          <ac:picMkLst>
            <pc:docMk/>
            <pc:sldMk cId="138904812" sldId="264"/>
            <ac:picMk id="13" creationId="{224C28B3-E902-49D1-98A0-582D277A0E00}"/>
          </ac:picMkLst>
        </pc:picChg>
        <pc:picChg chg="add del">
          <ac:chgData name="Мехрдод Солихов" userId="1903d256b615c2df" providerId="Windows Live" clId="Web-{E945C758-043C-44AD-879A-BF7BE0994F50}" dt="2025-12-12T19:05:59.775" v="185"/>
          <ac:picMkLst>
            <pc:docMk/>
            <pc:sldMk cId="138904812" sldId="264"/>
            <ac:picMk id="15" creationId="{F3A6C14C-E755-4A02-821B-6EA2D4C9F20D}"/>
          </ac:picMkLst>
        </pc:picChg>
        <pc:picChg chg="del">
          <ac:chgData name="Мехрдод Солихов" userId="1903d256b615c2df" providerId="Windows Live" clId="Web-{E945C758-043C-44AD-879A-BF7BE0994F50}" dt="2025-12-12T19:06:14.901" v="191"/>
          <ac:picMkLst>
            <pc:docMk/>
            <pc:sldMk cId="138904812" sldId="264"/>
            <ac:picMk id="23" creationId="{57943801-CAEC-4F98-9332-2A4D9128463E}"/>
          </ac:picMkLst>
        </pc:picChg>
        <pc:picChg chg="add del">
          <ac:chgData name="Мехрдод Солихов" userId="1903d256b615c2df" providerId="Windows Live" clId="Web-{E945C758-043C-44AD-879A-BF7BE0994F50}" dt="2025-12-12T19:06:02.760" v="187"/>
          <ac:picMkLst>
            <pc:docMk/>
            <pc:sldMk cId="138904812" sldId="264"/>
            <ac:picMk id="24" creationId="{01CFC1BB-C5B3-4479-9752-C53221627F91}"/>
          </ac:picMkLst>
        </pc:picChg>
        <pc:picChg chg="add del">
          <ac:chgData name="Мехрдод Солихов" userId="1903d256b615c2df" providerId="Windows Live" clId="Web-{E945C758-043C-44AD-879A-BF7BE0994F50}" dt="2025-12-12T19:06:02.760" v="187"/>
          <ac:picMkLst>
            <pc:docMk/>
            <pc:sldMk cId="138904812" sldId="264"/>
            <ac:picMk id="26" creationId="{C56FCE19-3103-4473-A92E-E38D00FCD006}"/>
          </ac:picMkLst>
        </pc:picChg>
        <pc:picChg chg="add del">
          <ac:chgData name="Мехрдод Солихов" userId="1903d256b615c2df" providerId="Windows Live" clId="Web-{E945C758-043C-44AD-879A-BF7BE0994F50}" dt="2025-12-12T19:06:02.760" v="187"/>
          <ac:picMkLst>
            <pc:docMk/>
            <pc:sldMk cId="138904812" sldId="264"/>
            <ac:picMk id="27" creationId="{D3143E80-C928-46DB-9299-0BD06348A928}"/>
          </ac:picMkLst>
        </pc:picChg>
        <pc:picChg chg="add del">
          <ac:chgData name="Мехрдод Солихов" userId="1903d256b615c2df" providerId="Windows Live" clId="Web-{E945C758-043C-44AD-879A-BF7BE0994F50}" dt="2025-12-12T19:06:02.760" v="187"/>
          <ac:picMkLst>
            <pc:docMk/>
            <pc:sldMk cId="138904812" sldId="264"/>
            <ac:picMk id="28" creationId="{E909C556-FC01-4870-ABC0-8D5C17BD0F3D}"/>
          </ac:picMkLst>
        </pc:picChg>
        <pc:picChg chg="add del">
          <ac:chgData name="Мехрдод Солихов" userId="1903d256b615c2df" providerId="Windows Live" clId="Web-{E945C758-043C-44AD-879A-BF7BE0994F50}" dt="2025-12-12T19:06:09.510" v="189"/>
          <ac:picMkLst>
            <pc:docMk/>
            <pc:sldMk cId="138904812" sldId="264"/>
            <ac:picMk id="32" creationId="{01CFC1BB-C5B3-4479-9752-C53221627F91}"/>
          </ac:picMkLst>
        </pc:picChg>
        <pc:picChg chg="add del">
          <ac:chgData name="Мехрдод Солихов" userId="1903d256b615c2df" providerId="Windows Live" clId="Web-{E945C758-043C-44AD-879A-BF7BE0994F50}" dt="2025-12-12T19:06:09.510" v="189"/>
          <ac:picMkLst>
            <pc:docMk/>
            <pc:sldMk cId="138904812" sldId="264"/>
            <ac:picMk id="33" creationId="{C56FCE19-3103-4473-A92E-E38D00FCD006}"/>
          </ac:picMkLst>
        </pc:picChg>
        <pc:picChg chg="add del">
          <ac:chgData name="Мехрдод Солихов" userId="1903d256b615c2df" providerId="Windows Live" clId="Web-{E945C758-043C-44AD-879A-BF7BE0994F50}" dt="2025-12-12T19:06:09.510" v="189"/>
          <ac:picMkLst>
            <pc:docMk/>
            <pc:sldMk cId="138904812" sldId="264"/>
            <ac:picMk id="34" creationId="{E909C556-FC01-4870-ABC0-8D5C17BD0F3D}"/>
          </ac:picMkLst>
        </pc:picChg>
        <pc:picChg chg="add del">
          <ac:chgData name="Мехрдод Солихов" userId="1903d256b615c2df" providerId="Windows Live" clId="Web-{E945C758-043C-44AD-879A-BF7BE0994F50}" dt="2025-12-12T19:06:09.510" v="189"/>
          <ac:picMkLst>
            <pc:docMk/>
            <pc:sldMk cId="138904812" sldId="264"/>
            <ac:picMk id="39" creationId="{78976801-4346-4636-BA62-265C81DFE7C4}"/>
          </ac:picMkLst>
        </pc:picChg>
        <pc:picChg chg="add">
          <ac:chgData name="Мехрдод Солихов" userId="1903d256b615c2df" providerId="Windows Live" clId="Web-{E945C758-043C-44AD-879A-BF7BE0994F50}" dt="2025-12-12T19:06:09.541" v="190"/>
          <ac:picMkLst>
            <pc:docMk/>
            <pc:sldMk cId="138904812" sldId="264"/>
            <ac:picMk id="42" creationId="{224C28B3-E902-49D1-98A0-582D277A0E00}"/>
          </ac:picMkLst>
        </pc:picChg>
        <pc:picChg chg="add del">
          <ac:chgData name="Мехрдод Солихов" userId="1903d256b615c2df" providerId="Windows Live" clId="Web-{E945C758-043C-44AD-879A-BF7BE0994F50}" dt="2025-12-12T19:06:14.901" v="191"/>
          <ac:picMkLst>
            <pc:docMk/>
            <pc:sldMk cId="138904812" sldId="264"/>
            <ac:picMk id="43" creationId="{F3A6C14C-E755-4A02-821B-6EA2D4C9F20D}"/>
          </ac:picMkLst>
        </pc:picChg>
        <pc:picChg chg="add del">
          <ac:chgData name="Мехрдод Солихов" userId="1903d256b615c2df" providerId="Windows Live" clId="Web-{E945C758-043C-44AD-879A-BF7BE0994F50}" dt="2025-12-12T19:06:17.791" v="193"/>
          <ac:picMkLst>
            <pc:docMk/>
            <pc:sldMk cId="138904812" sldId="264"/>
            <ac:picMk id="51" creationId="{5321D838-2C7E-4177-9DD3-DAC78324A2B2}"/>
          </ac:picMkLst>
        </pc:picChg>
        <pc:picChg chg="add">
          <ac:chgData name="Мехрдод Солихов" userId="1903d256b615c2df" providerId="Windows Live" clId="Web-{E945C758-043C-44AD-879A-BF7BE0994F50}" dt="2025-12-12T19:06:14.932" v="192"/>
          <ac:picMkLst>
            <pc:docMk/>
            <pc:sldMk cId="138904812" sldId="264"/>
            <ac:picMk id="52" creationId="{224C28B3-E902-49D1-98A0-582D277A0E00}"/>
          </ac:picMkLst>
        </pc:picChg>
        <pc:picChg chg="del">
          <ac:chgData name="Мехрдод Солихов" userId="1903d256b615c2df" providerId="Windows Live" clId="Web-{E945C758-043C-44AD-879A-BF7BE0994F50}" dt="2025-12-12T19:06:17.791" v="193"/>
          <ac:picMkLst>
            <pc:docMk/>
            <pc:sldMk cId="138904812" sldId="264"/>
            <ac:picMk id="53" creationId="{F3A6C14C-E755-4A02-821B-6EA2D4C9F20D}"/>
          </ac:picMkLst>
        </pc:picChg>
        <pc:picChg chg="add del">
          <ac:chgData name="Мехрдод Солихов" userId="1903d256b615c2df" providerId="Windows Live" clId="Web-{E945C758-043C-44AD-879A-BF7BE0994F50}" dt="2025-12-12T19:06:17.791" v="193"/>
          <ac:picMkLst>
            <pc:docMk/>
            <pc:sldMk cId="138904812" sldId="264"/>
            <ac:picMk id="57" creationId="{6CACDD17-9043-46DF-882D-420365B79C18}"/>
          </ac:picMkLst>
        </pc:picChg>
        <pc:picChg chg="add">
          <ac:chgData name="Мехрдод Солихов" userId="1903d256b615c2df" providerId="Windows Live" clId="Web-{E945C758-043C-44AD-879A-BF7BE0994F50}" dt="2025-12-12T19:06:17.822" v="194"/>
          <ac:picMkLst>
            <pc:docMk/>
            <pc:sldMk cId="138904812" sldId="264"/>
            <ac:picMk id="63" creationId="{F3A6C14C-E755-4A02-821B-6EA2D4C9F20D}"/>
          </ac:picMkLst>
        </pc:picChg>
        <pc:picChg chg="add">
          <ac:chgData name="Мехрдод Солихов" userId="1903d256b615c2df" providerId="Windows Live" clId="Web-{E945C758-043C-44AD-879A-BF7BE0994F50}" dt="2025-12-12T19:06:17.822" v="194"/>
          <ac:picMkLst>
            <pc:docMk/>
            <pc:sldMk cId="138904812" sldId="264"/>
            <ac:picMk id="70" creationId="{9BC2FEA5-B399-458A-8393-E06CE40DB89C}"/>
          </ac:picMkLst>
        </pc:picChg>
      </pc:sldChg>
      <pc:sldChg chg="addSp delSp modSp mod setBg">
        <pc:chgData name="Мехрдод Солихов" userId="1903d256b615c2df" providerId="Windows Live" clId="Web-{E945C758-043C-44AD-879A-BF7BE0994F50}" dt="2025-12-12T18:56:35.687" v="69"/>
        <pc:sldMkLst>
          <pc:docMk/>
          <pc:sldMk cId="2191354485" sldId="265"/>
        </pc:sldMkLst>
        <pc:spChg chg="mo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3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4" creationId="{00000000-0000-0000-0000-000000000000}"/>
          </ac:spMkLst>
        </pc:spChg>
        <pc:spChg chg="ad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15" creationId="{6478287C-E119-4E9C-95B0-518478BD9D07}"/>
          </ac:spMkLst>
        </pc:spChg>
        <pc:spChg chg="ad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17" creationId="{EA4A294F-6D36-425B-8632-27FD6A284D09}"/>
          </ac:spMkLst>
        </pc:spChg>
        <pc:spChg chg="ad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19" creationId="{3FECAD23-900F-4F1B-A441-6A68749F88D4}"/>
          </ac:spMkLst>
        </pc:spChg>
        <pc:spChg chg="ad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23" creationId="{8A233090-6C39-4F59-8A0F-86F011A7EEEB}"/>
          </ac:spMkLst>
        </pc:spChg>
        <pc:spChg chg="add">
          <ac:chgData name="Мехрдод Солихов" userId="1903d256b615c2df" providerId="Windows Live" clId="Web-{E945C758-043C-44AD-879A-BF7BE0994F50}" dt="2025-12-12T18:56:35.687" v="69"/>
          <ac:spMkLst>
            <pc:docMk/>
            <pc:sldMk cId="2191354485" sldId="265"/>
            <ac:spMk id="25" creationId="{484DCAA0-4BF1-4FB9-97BA-D6BA630419A0}"/>
          </ac:spMkLst>
        </pc:spChg>
        <pc:picChg chg="add mod">
          <ac:chgData name="Мехрдод Солихов" userId="1903d256b615c2df" providerId="Windows Live" clId="Web-{E945C758-043C-44AD-879A-BF7BE0994F50}" dt="2025-12-12T18:56:35.687" v="69"/>
          <ac:picMkLst>
            <pc:docMk/>
            <pc:sldMk cId="2191354485" sldId="265"/>
            <ac:picMk id="2" creationId="{C4C4C40C-A09D-0842-3847-C54FC96618CA}"/>
          </ac:picMkLst>
        </pc:picChg>
        <pc:picChg chg="del">
          <ac:chgData name="Мехрдод Солихов" userId="1903d256b615c2df" providerId="Windows Live" clId="Web-{E945C758-043C-44AD-879A-BF7BE0994F50}" dt="2025-12-12T18:55:52.295" v="66"/>
          <ac:picMkLst>
            <pc:docMk/>
            <pc:sldMk cId="2191354485" sldId="265"/>
            <ac:picMk id="5" creationId="{00000000-0000-0000-0000-000000000000}"/>
          </ac:picMkLst>
        </pc:picChg>
        <pc:picChg chg="del">
          <ac:chgData name="Мехрдод Солихов" userId="1903d256b615c2df" providerId="Windows Live" clId="Web-{E945C758-043C-44AD-879A-BF7BE0994F50}" dt="2025-12-12T18:55:50.154" v="65"/>
          <ac:picMkLst>
            <pc:docMk/>
            <pc:sldMk cId="2191354485" sldId="265"/>
            <ac:picMk id="6" creationId="{00000000-0000-0000-0000-000000000000}"/>
          </ac:picMkLst>
        </pc:picChg>
        <pc:picChg chg="add">
          <ac:chgData name="Мехрдод Солихов" userId="1903d256b615c2df" providerId="Windows Live" clId="Web-{E945C758-043C-44AD-879A-BF7BE0994F50}" dt="2025-12-12T18:56:35.687" v="69"/>
          <ac:picMkLst>
            <pc:docMk/>
            <pc:sldMk cId="2191354485" sldId="265"/>
            <ac:picMk id="11" creationId="{224C28B3-E902-49D1-98A0-582D277A0E00}"/>
          </ac:picMkLst>
        </pc:picChg>
        <pc:picChg chg="add">
          <ac:chgData name="Мехрдод Солихов" userId="1903d256b615c2df" providerId="Windows Live" clId="Web-{E945C758-043C-44AD-879A-BF7BE0994F50}" dt="2025-12-12T18:56:35.687" v="69"/>
          <ac:picMkLst>
            <pc:docMk/>
            <pc:sldMk cId="2191354485" sldId="265"/>
            <ac:picMk id="21" creationId="{57943801-CAEC-4F98-9332-2A4D9128463E}"/>
          </ac:picMkLst>
        </pc:picChg>
      </pc:sldChg>
      <pc:sldChg chg="addSp delSp modSp mod setBg">
        <pc:chgData name="Мехрдод Солихов" userId="1903d256b615c2df" providerId="Windows Live" clId="Web-{E945C758-043C-44AD-879A-BF7BE0994F50}" dt="2025-12-12T19:37:13.984" v="729" actId="20577"/>
        <pc:sldMkLst>
          <pc:docMk/>
          <pc:sldMk cId="202728253" sldId="266"/>
        </pc:sldMkLst>
        <pc:spChg chg="mod">
          <ac:chgData name="Мехрдод Солихов" userId="1903d256b615c2df" providerId="Windows Live" clId="Web-{E945C758-043C-44AD-879A-BF7BE0994F50}" dt="2025-12-12T19:19:02.831" v="506"/>
          <ac:spMkLst>
            <pc:docMk/>
            <pc:sldMk cId="202728253" sldId="266"/>
            <ac:spMk id="2" creationId="{00000000-0000-0000-0000-000000000000}"/>
          </ac:spMkLst>
        </pc:spChg>
        <pc:spChg chg="mod">
          <ac:chgData name="Мехрдод Солихов" userId="1903d256b615c2df" providerId="Windows Live" clId="Web-{E945C758-043C-44AD-879A-BF7BE0994F50}" dt="2025-12-12T19:37:13.984" v="729" actId="20577"/>
          <ac:spMkLst>
            <pc:docMk/>
            <pc:sldMk cId="202728253" sldId="266"/>
            <ac:spMk id="3" creationId="{00000000-0000-0000-0000-000000000000}"/>
          </ac:spMkLst>
        </pc:spChg>
        <pc:spChg chg="add del mod">
          <ac:chgData name="Мехрдод Солихов" userId="1903d256b615c2df" providerId="Windows Live" clId="Web-{E945C758-043C-44AD-879A-BF7BE0994F50}" dt="2025-12-12T19:18:56.315" v="505"/>
          <ac:spMkLst>
            <pc:docMk/>
            <pc:sldMk cId="202728253" sldId="266"/>
            <ac:spMk id="6" creationId="{296AF86D-37C3-CB8A-E9EA-C6CE3B5F5997}"/>
          </ac:spMkLst>
        </pc:spChg>
        <pc:spChg chg="add del">
          <ac:chgData name="Мехрдод Солихов" userId="1903d256b615c2df" providerId="Windows Live" clId="Web-{E945C758-043C-44AD-879A-BF7BE0994F50}" dt="2025-12-12T19:18:39.549" v="500"/>
          <ac:spMkLst>
            <pc:docMk/>
            <pc:sldMk cId="202728253" sldId="266"/>
            <ac:spMk id="14" creationId="{3BCFBBDC-4E58-0D7B-89B7-AF94B162CF29}"/>
          </ac:spMkLst>
        </pc:spChg>
        <pc:spChg chg="add">
          <ac:chgData name="Мехрдод Солихов" userId="1903d256b615c2df" providerId="Windows Live" clId="Web-{E945C758-043C-44AD-879A-BF7BE0994F50}" dt="2025-12-12T19:19:02.831" v="506"/>
          <ac:spMkLst>
            <pc:docMk/>
            <pc:sldMk cId="202728253" sldId="266"/>
            <ac:spMk id="15" creationId="{C6DB8A24-0DF2-4AB3-9191-C02AB6937C1F}"/>
          </ac:spMkLst>
        </pc:spChg>
        <pc:spChg chg="add del">
          <ac:chgData name="Мехрдод Солихов" userId="1903d256b615c2df" providerId="Windows Live" clId="Web-{E945C758-043C-44AD-879A-BF7BE0994F50}" dt="2025-12-12T19:18:39.549" v="499"/>
          <ac:spMkLst>
            <pc:docMk/>
            <pc:sldMk cId="202728253" sldId="266"/>
            <ac:spMk id="16" creationId="{B70902A1-A2C8-B9FC-04CE-19412033949C}"/>
          </ac:spMkLst>
        </pc:spChg>
        <pc:spChg chg="add">
          <ac:chgData name="Мехрдод Солихов" userId="1903d256b615c2df" providerId="Windows Live" clId="Web-{E945C758-043C-44AD-879A-BF7BE0994F50}" dt="2025-12-12T19:19:02.831" v="506"/>
          <ac:spMkLst>
            <pc:docMk/>
            <pc:sldMk cId="202728253" sldId="266"/>
            <ac:spMk id="17" creationId="{6924F406-F250-4FCF-A28E-52F364A5AA1D}"/>
          </ac:spMkLst>
        </pc:spChg>
        <pc:spChg chg="add del">
          <ac:chgData name="Мехрдод Солихов" userId="1903d256b615c2df" providerId="Windows Live" clId="Web-{E945C758-043C-44AD-879A-BF7BE0994F50}" dt="2025-12-12T19:18:39.549" v="498"/>
          <ac:spMkLst>
            <pc:docMk/>
            <pc:sldMk cId="202728253" sldId="266"/>
            <ac:spMk id="18" creationId="{006EA196-8970-B33D-05FC-2B2F66F28382}"/>
          </ac:spMkLst>
        </pc:spChg>
        <pc:spChg chg="add del">
          <ac:chgData name="Мехрдод Солихов" userId="1903d256b615c2df" providerId="Windows Live" clId="Web-{E945C758-043C-44AD-879A-BF7BE0994F50}" dt="2025-12-12T19:18:39.549" v="496"/>
          <ac:spMkLst>
            <pc:docMk/>
            <pc:sldMk cId="202728253" sldId="266"/>
            <ac:spMk id="22" creationId="{94E2597A-F2EC-322B-B710-509B1181FF60}"/>
          </ac:spMkLst>
        </pc:spChg>
        <pc:spChg chg="add">
          <ac:chgData name="Мехрдод Солихов" userId="1903d256b615c2df" providerId="Windows Live" clId="Web-{E945C758-043C-44AD-879A-BF7BE0994F50}" dt="2025-12-12T19:19:02.831" v="506"/>
          <ac:spMkLst>
            <pc:docMk/>
            <pc:sldMk cId="202728253" sldId="266"/>
            <ac:spMk id="23" creationId="{78A4CDE5-C7BC-41E1-8A4A-79E024CC09F3}"/>
          </ac:spMkLst>
        </pc:spChg>
        <pc:spChg chg="add del">
          <ac:chgData name="Мехрдод Солихов" userId="1903d256b615c2df" providerId="Windows Live" clId="Web-{E945C758-043C-44AD-879A-BF7BE0994F50}" dt="2025-12-12T19:18:39.549" v="495"/>
          <ac:spMkLst>
            <pc:docMk/>
            <pc:sldMk cId="202728253" sldId="266"/>
            <ac:spMk id="24" creationId="{D3AB9D77-AFB7-D33C-354F-53D94DB4822B}"/>
          </ac:spMkLst>
        </pc:spChg>
        <pc:spChg chg="add del">
          <ac:chgData name="Мехрдод Солихов" userId="1903d256b615c2df" providerId="Windows Live" clId="Web-{E945C758-043C-44AD-879A-BF7BE0994F50}" dt="2025-12-12T19:18:39.549" v="494"/>
          <ac:spMkLst>
            <pc:docMk/>
            <pc:sldMk cId="202728253" sldId="266"/>
            <ac:spMk id="26" creationId="{A9AA47AE-BEC0-C7AE-FF97-289F4741181E}"/>
          </ac:spMkLst>
        </pc:spChg>
        <pc:spChg chg="add del">
          <ac:chgData name="Мехрдод Солихов" userId="1903d256b615c2df" providerId="Windows Live" clId="Web-{E945C758-043C-44AD-879A-BF7BE0994F50}" dt="2025-12-12T19:18:39.549" v="492"/>
          <ac:spMkLst>
            <pc:docMk/>
            <pc:sldMk cId="202728253" sldId="266"/>
            <ac:spMk id="30" creationId="{D1B3732C-B12D-72CB-5456-664A2787EE71}"/>
          </ac:spMkLst>
        </pc:spChg>
        <pc:picChg chg="del">
          <ac:chgData name="Мехрдод Солихов" userId="1903d256b615c2df" providerId="Windows Live" clId="Web-{E945C758-043C-44AD-879A-BF7BE0994F50}" dt="2025-12-12T19:18:33.706" v="477"/>
          <ac:picMkLst>
            <pc:docMk/>
            <pc:sldMk cId="202728253" sldId="266"/>
            <ac:picMk id="5" creationId="{00000000-0000-0000-0000-000000000000}"/>
          </ac:picMkLst>
        </pc:picChg>
        <pc:picChg chg="add del">
          <ac:chgData name="Мехрдод Солихов" userId="1903d256b615c2df" providerId="Windows Live" clId="Web-{E945C758-043C-44AD-879A-BF7BE0994F50}" dt="2025-12-12T19:18:39.549" v="503"/>
          <ac:picMkLst>
            <pc:docMk/>
            <pc:sldMk cId="202728253" sldId="266"/>
            <ac:picMk id="8" creationId="{0B232C6B-58AB-6669-CBFC-F7ACF1D69850}"/>
          </ac:picMkLst>
        </pc:picChg>
        <pc:picChg chg="add">
          <ac:chgData name="Мехрдод Солихов" userId="1903d256b615c2df" providerId="Windows Live" clId="Web-{E945C758-043C-44AD-879A-BF7BE0994F50}" dt="2025-12-12T19:19:02.831" v="506"/>
          <ac:picMkLst>
            <pc:docMk/>
            <pc:sldMk cId="202728253" sldId="266"/>
            <ac:picMk id="9" creationId="{01CFC1BB-C5B3-4479-9752-C53221627F91}"/>
          </ac:picMkLst>
        </pc:picChg>
        <pc:picChg chg="add del">
          <ac:chgData name="Мехрдод Солихов" userId="1903d256b615c2df" providerId="Windows Live" clId="Web-{E945C758-043C-44AD-879A-BF7BE0994F50}" dt="2025-12-12T19:18:39.549" v="502"/>
          <ac:picMkLst>
            <pc:docMk/>
            <pc:sldMk cId="202728253" sldId="266"/>
            <ac:picMk id="10" creationId="{7D01CA2A-8B8D-15A3-CDB2-73E8E6878482}"/>
          </ac:picMkLst>
        </pc:picChg>
        <pc:picChg chg="add">
          <ac:chgData name="Мехрдод Солихов" userId="1903d256b615c2df" providerId="Windows Live" clId="Web-{E945C758-043C-44AD-879A-BF7BE0994F50}" dt="2025-12-12T19:19:02.831" v="506"/>
          <ac:picMkLst>
            <pc:docMk/>
            <pc:sldMk cId="202728253" sldId="266"/>
            <ac:picMk id="11" creationId="{C56FCE19-3103-4473-A92E-E38D00FCD006}"/>
          </ac:picMkLst>
        </pc:picChg>
        <pc:picChg chg="add del">
          <ac:chgData name="Мехрдод Солихов" userId="1903d256b615c2df" providerId="Windows Live" clId="Web-{E945C758-043C-44AD-879A-BF7BE0994F50}" dt="2025-12-12T19:18:39.549" v="501"/>
          <ac:picMkLst>
            <pc:docMk/>
            <pc:sldMk cId="202728253" sldId="266"/>
            <ac:picMk id="12" creationId="{CF1E175E-9A7C-5863-C98B-989AA24DADF8}"/>
          </ac:picMkLst>
        </pc:picChg>
        <pc:picChg chg="add">
          <ac:chgData name="Мехрдод Солихов" userId="1903d256b615c2df" providerId="Windows Live" clId="Web-{E945C758-043C-44AD-879A-BF7BE0994F50}" dt="2025-12-12T19:19:02.831" v="506"/>
          <ac:picMkLst>
            <pc:docMk/>
            <pc:sldMk cId="202728253" sldId="266"/>
            <ac:picMk id="13" creationId="{E909C556-FC01-4870-ABC0-8D5C17BD0F3D}"/>
          </ac:picMkLst>
        </pc:picChg>
        <pc:picChg chg="add del">
          <ac:chgData name="Мехрдод Солихов" userId="1903d256b615c2df" providerId="Windows Live" clId="Web-{E945C758-043C-44AD-879A-BF7BE0994F50}" dt="2025-12-12T19:18:39.549" v="497"/>
          <ac:picMkLst>
            <pc:docMk/>
            <pc:sldMk cId="202728253" sldId="266"/>
            <ac:picMk id="20" creationId="{DBF5C369-35A3-8CE5-C7BD-3B28D93D8115}"/>
          </ac:picMkLst>
        </pc:picChg>
        <pc:picChg chg="add">
          <ac:chgData name="Мехрдод Солихов" userId="1903d256b615c2df" providerId="Windows Live" clId="Web-{E945C758-043C-44AD-879A-BF7BE0994F50}" dt="2025-12-12T19:19:02.831" v="506"/>
          <ac:picMkLst>
            <pc:docMk/>
            <pc:sldMk cId="202728253" sldId="266"/>
            <ac:picMk id="25" creationId="{025C7952-5703-489E-8DBD-F2EFAC8EEB05}"/>
          </ac:picMkLst>
        </pc:picChg>
        <pc:picChg chg="add">
          <ac:chgData name="Мехрдод Солихов" userId="1903d256b615c2df" providerId="Windows Live" clId="Web-{E945C758-043C-44AD-879A-BF7BE0994F50}" dt="2025-12-12T19:19:02.831" v="506"/>
          <ac:picMkLst>
            <pc:docMk/>
            <pc:sldMk cId="202728253" sldId="266"/>
            <ac:picMk id="27" creationId="{F6635CD6-70D7-C961-F6B9-DD7C85EC0242}"/>
          </ac:picMkLst>
        </pc:picChg>
        <pc:picChg chg="add del">
          <ac:chgData name="Мехрдод Солихов" userId="1903d256b615c2df" providerId="Windows Live" clId="Web-{E945C758-043C-44AD-879A-BF7BE0994F50}" dt="2025-12-12T19:18:39.549" v="493"/>
          <ac:picMkLst>
            <pc:docMk/>
            <pc:sldMk cId="202728253" sldId="266"/>
            <ac:picMk id="28" creationId="{4251A013-44CF-BD34-2B7B-DB1A199E57F3}"/>
          </ac:picMkLst>
        </pc:picChg>
        <pc:picChg chg="add del">
          <ac:chgData name="Мехрдод Солихов" userId="1903d256b615c2df" providerId="Windows Live" clId="Web-{E945C758-043C-44AD-879A-BF7BE0994F50}" dt="2025-12-12T19:18:39.549" v="491"/>
          <ac:picMkLst>
            <pc:docMk/>
            <pc:sldMk cId="202728253" sldId="266"/>
            <ac:picMk id="32" creationId="{6788CA58-1F49-1A2E-0414-AF2ADFA28BA2}"/>
          </ac:picMkLst>
        </pc:picChg>
      </pc:sldChg>
      <pc:sldChg chg="addSp delSp modSp new">
        <pc:chgData name="Мехрдод Солихов" userId="1903d256b615c2df" providerId="Windows Live" clId="Web-{E945C758-043C-44AD-879A-BF7BE0994F50}" dt="2025-12-12T19:15:32.858" v="409" actId="1076"/>
        <pc:sldMkLst>
          <pc:docMk/>
          <pc:sldMk cId="1311095229" sldId="267"/>
        </pc:sldMkLst>
        <pc:spChg chg="add mod">
          <ac:chgData name="Мехрдод Солихов" userId="1903d256b615c2df" providerId="Windows Live" clId="Web-{E945C758-043C-44AD-879A-BF7BE0994F50}" dt="2025-12-12T19:07:33.886" v="237" actId="20577"/>
          <ac:spMkLst>
            <pc:docMk/>
            <pc:sldMk cId="1311095229" sldId="267"/>
            <ac:spMk id="2" creationId="{0FC2A7F4-3807-66BC-FD9D-DB3082F1C067}"/>
          </ac:spMkLst>
        </pc:spChg>
        <pc:spChg chg="add del mod">
          <ac:chgData name="Мехрдод Солихов" userId="1903d256b615c2df" providerId="Windows Live" clId="Web-{E945C758-043C-44AD-879A-BF7BE0994F50}" dt="2025-12-12T19:07:51.012" v="241"/>
          <ac:spMkLst>
            <pc:docMk/>
            <pc:sldMk cId="1311095229" sldId="267"/>
            <ac:spMk id="3" creationId="{A31BF5AA-3269-B0C5-3881-3AC053403D05}"/>
          </ac:spMkLst>
        </pc:spChg>
        <pc:spChg chg="add mod">
          <ac:chgData name="Мехрдод Солихов" userId="1903d256b615c2df" providerId="Windows Live" clId="Web-{E945C758-043C-44AD-879A-BF7BE0994F50}" dt="2025-12-12T19:09:57.829" v="325" actId="20577"/>
          <ac:spMkLst>
            <pc:docMk/>
            <pc:sldMk cId="1311095229" sldId="267"/>
            <ac:spMk id="4" creationId="{CE826E8C-D340-85A6-9491-2AFA281C6270}"/>
          </ac:spMkLst>
        </pc:spChg>
        <pc:spChg chg="add">
          <ac:chgData name="Мехрдод Солихов" userId="1903d256b615c2df" providerId="Windows Live" clId="Web-{E945C758-043C-44AD-879A-BF7BE0994F50}" dt="2025-12-12T19:08:16.372" v="245"/>
          <ac:spMkLst>
            <pc:docMk/>
            <pc:sldMk cId="1311095229" sldId="267"/>
            <ac:spMk id="6" creationId="{5810F6BA-22DA-8518-90CD-CFDFE5408E74}"/>
          </ac:spMkLst>
        </pc:spChg>
        <pc:spChg chg="add">
          <ac:chgData name="Мехрдод Солихов" userId="1903d256b615c2df" providerId="Windows Live" clId="Web-{E945C758-043C-44AD-879A-BF7BE0994F50}" dt="2025-12-12T19:12:46.900" v="339"/>
          <ac:spMkLst>
            <pc:docMk/>
            <pc:sldMk cId="1311095229" sldId="267"/>
            <ac:spMk id="15" creationId="{57CB2EA8-C6F8-1DB0-0581-6474150F8316}"/>
          </ac:spMkLst>
        </pc:spChg>
        <pc:spChg chg="add">
          <ac:chgData name="Мехрдод Солихов" userId="1903d256b615c2df" providerId="Windows Live" clId="Web-{E945C758-043C-44AD-879A-BF7BE0994F50}" dt="2025-12-12T19:12:46.900" v="340"/>
          <ac:spMkLst>
            <pc:docMk/>
            <pc:sldMk cId="1311095229" sldId="267"/>
            <ac:spMk id="17" creationId="{66EDABD7-6EB2-FDE0-9312-2DF1E852DD90}"/>
          </ac:spMkLst>
        </pc:spChg>
        <pc:spChg chg="add">
          <ac:chgData name="Мехрдод Солихов" userId="1903d256b615c2df" providerId="Windows Live" clId="Web-{E945C758-043C-44AD-879A-BF7BE0994F50}" dt="2025-12-12T19:12:46.916" v="341"/>
          <ac:spMkLst>
            <pc:docMk/>
            <pc:sldMk cId="1311095229" sldId="267"/>
            <ac:spMk id="19" creationId="{32F10638-FBAA-3ABD-3ADD-B9BB68F1FC0A}"/>
          </ac:spMkLst>
        </pc:spChg>
        <pc:spChg chg="add">
          <ac:chgData name="Мехрдод Солихов" userId="1903d256b615c2df" providerId="Windows Live" clId="Web-{E945C758-043C-44AD-879A-BF7BE0994F50}" dt="2025-12-12T19:12:47.041" v="343"/>
          <ac:spMkLst>
            <pc:docMk/>
            <pc:sldMk cId="1311095229" sldId="267"/>
            <ac:spMk id="23" creationId="{82E4E7B3-3E32-5A02-90EE-1F441BC853AB}"/>
          </ac:spMkLst>
        </pc:spChg>
        <pc:spChg chg="add">
          <ac:chgData name="Мехрдод Солихов" userId="1903d256b615c2df" providerId="Windows Live" clId="Web-{E945C758-043C-44AD-879A-BF7BE0994F50}" dt="2025-12-12T19:12:47.057" v="344"/>
          <ac:spMkLst>
            <pc:docMk/>
            <pc:sldMk cId="1311095229" sldId="267"/>
            <ac:spMk id="25" creationId="{36CB49FC-A409-CDAD-B72B-DA7BE3318FC5}"/>
          </ac:spMkLst>
        </pc:spChg>
        <pc:spChg chg="add mod">
          <ac:chgData name="Мехрдод Солихов" userId="1903d256b615c2df" providerId="Windows Live" clId="Web-{E945C758-043C-44AD-879A-BF7BE0994F50}" dt="2025-12-12T19:13:35.215" v="376" actId="20577"/>
          <ac:spMkLst>
            <pc:docMk/>
            <pc:sldMk cId="1311095229" sldId="267"/>
            <ac:spMk id="27" creationId="{B5128CD8-55D1-9E39-C3CC-C26908384DCF}"/>
          </ac:spMkLst>
        </pc:spChg>
        <pc:spChg chg="add">
          <ac:chgData name="Мехрдод Солихов" userId="1903d256b615c2df" providerId="Windows Live" clId="Web-{E945C758-043C-44AD-879A-BF7BE0994F50}" dt="2025-12-12T19:12:47.103" v="347"/>
          <ac:spMkLst>
            <pc:docMk/>
            <pc:sldMk cId="1311095229" sldId="267"/>
            <ac:spMk id="31" creationId="{D9672441-CAEB-E123-98F9-409BAF4D9EAE}"/>
          </ac:spMkLst>
        </pc:spChg>
        <pc:spChg chg="add mod">
          <ac:chgData name="Мехрдод Солихов" userId="1903d256b615c2df" providerId="Windows Live" clId="Web-{E945C758-043C-44AD-879A-BF7BE0994F50}" dt="2025-12-12T19:15:03.280" v="403" actId="1076"/>
          <ac:spMkLst>
            <pc:docMk/>
            <pc:sldMk cId="1311095229" sldId="267"/>
            <ac:spMk id="35" creationId="{740DEEC1-EC36-20AB-E8B3-671F74E362C6}"/>
          </ac:spMkLst>
        </pc:spChg>
        <pc:picChg chg="add mod">
          <ac:chgData name="Мехрдод Солихов" userId="1903d256b615c2df" providerId="Windows Live" clId="Web-{E945C758-043C-44AD-879A-BF7BE0994F50}" dt="2025-12-12T19:08:54.779" v="247" actId="1076"/>
          <ac:picMkLst>
            <pc:docMk/>
            <pc:sldMk cId="1311095229" sldId="267"/>
            <ac:picMk id="7" creationId="{F9680D60-7FE8-8DAC-4284-577D7881F725}"/>
          </ac:picMkLst>
        </pc:picChg>
        <pc:picChg chg="add">
          <ac:chgData name="Мехрдод Солихов" userId="1903d256b615c2df" providerId="Windows Live" clId="Web-{E945C758-043C-44AD-879A-BF7BE0994F50}" dt="2025-12-12T19:12:46.853" v="336"/>
          <ac:picMkLst>
            <pc:docMk/>
            <pc:sldMk cId="1311095229" sldId="267"/>
            <ac:picMk id="9" creationId="{0284585F-C417-C12B-F9AE-DE6E08289EAD}"/>
          </ac:picMkLst>
        </pc:picChg>
        <pc:picChg chg="add">
          <ac:chgData name="Мехрдод Солихов" userId="1903d256b615c2df" providerId="Windows Live" clId="Web-{E945C758-043C-44AD-879A-BF7BE0994F50}" dt="2025-12-12T19:12:46.869" v="337"/>
          <ac:picMkLst>
            <pc:docMk/>
            <pc:sldMk cId="1311095229" sldId="267"/>
            <ac:picMk id="11" creationId="{4E49E96E-F0EF-B3D1-8BF0-3497B2FC9B52}"/>
          </ac:picMkLst>
        </pc:picChg>
        <pc:picChg chg="add">
          <ac:chgData name="Мехрдод Солихов" userId="1903d256b615c2df" providerId="Windows Live" clId="Web-{E945C758-043C-44AD-879A-BF7BE0994F50}" dt="2025-12-12T19:12:46.885" v="338"/>
          <ac:picMkLst>
            <pc:docMk/>
            <pc:sldMk cId="1311095229" sldId="267"/>
            <ac:picMk id="13" creationId="{70A8959B-5B56-9FD5-6901-F6479B717D3D}"/>
          </ac:picMkLst>
        </pc:picChg>
        <pc:picChg chg="add">
          <ac:chgData name="Мехрдод Солихов" userId="1903d256b615c2df" providerId="Windows Live" clId="Web-{E945C758-043C-44AD-879A-BF7BE0994F50}" dt="2025-12-12T19:12:47.025" v="342"/>
          <ac:picMkLst>
            <pc:docMk/>
            <pc:sldMk cId="1311095229" sldId="267"/>
            <ac:picMk id="21" creationId="{931BD4D0-D03C-BD13-A950-13F4AB7B62F5}"/>
          </ac:picMkLst>
        </pc:picChg>
        <pc:picChg chg="add">
          <ac:chgData name="Мехрдод Солихов" userId="1903d256b615c2df" providerId="Windows Live" clId="Web-{E945C758-043C-44AD-879A-BF7BE0994F50}" dt="2025-12-12T19:12:47.088" v="346"/>
          <ac:picMkLst>
            <pc:docMk/>
            <pc:sldMk cId="1311095229" sldId="267"/>
            <ac:picMk id="29" creationId="{B5F1B761-7A88-9195-A1F9-20B909843838}"/>
          </ac:picMkLst>
        </pc:picChg>
        <pc:picChg chg="add del">
          <ac:chgData name="Мехрдод Солихов" userId="1903d256b615c2df" providerId="Windows Live" clId="Web-{E945C758-043C-44AD-879A-BF7BE0994F50}" dt="2025-12-12T19:15:18.280" v="405"/>
          <ac:picMkLst>
            <pc:docMk/>
            <pc:sldMk cId="1311095229" sldId="267"/>
            <ac:picMk id="33" creationId="{5AB89EDE-E63C-46DC-E64A-FCD8872DB7CB}"/>
          </ac:picMkLst>
        </pc:picChg>
        <pc:picChg chg="add">
          <ac:chgData name="Мехрдод Солихов" userId="1903d256b615c2df" providerId="Windows Live" clId="Web-{E945C758-043C-44AD-879A-BF7BE0994F50}" dt="2025-12-12T19:15:14.546" v="404"/>
          <ac:picMkLst>
            <pc:docMk/>
            <pc:sldMk cId="1311095229" sldId="267"/>
            <ac:picMk id="37" creationId="{52C28A9A-5039-5CC3-BF2F-1F27FA72FB62}"/>
          </ac:picMkLst>
        </pc:picChg>
        <pc:picChg chg="add mod">
          <ac:chgData name="Мехрдод Солихов" userId="1903d256b615c2df" providerId="Windows Live" clId="Web-{E945C758-043C-44AD-879A-BF7BE0994F50}" dt="2025-12-12T19:15:32.858" v="409" actId="1076"/>
          <ac:picMkLst>
            <pc:docMk/>
            <pc:sldMk cId="1311095229" sldId="267"/>
            <ac:picMk id="38" creationId="{5AC5374B-B83C-73F0-86A1-AD99FE2C7105}"/>
          </ac:picMkLst>
        </pc:picChg>
      </pc:sldChg>
      <pc:sldChg chg="addSp modSp new">
        <pc:chgData name="Мехрдод Солихов" userId="1903d256b615c2df" providerId="Windows Live" clId="Web-{E945C758-043C-44AD-879A-BF7BE0994F50}" dt="2025-12-12T19:17:35.736" v="476" actId="20577"/>
        <pc:sldMkLst>
          <pc:docMk/>
          <pc:sldMk cId="2581050123" sldId="268"/>
        </pc:sldMkLst>
        <pc:spChg chg="add">
          <ac:chgData name="Мехрдод Солихов" userId="1903d256b615c2df" providerId="Windows Live" clId="Web-{E945C758-043C-44AD-879A-BF7BE0994F50}" dt="2025-12-12T19:16:01.719" v="414"/>
          <ac:spMkLst>
            <pc:docMk/>
            <pc:sldMk cId="2581050123" sldId="268"/>
            <ac:spMk id="9" creationId="{21690D5C-18E0-3D9B-8115-49DF973227EF}"/>
          </ac:spMkLst>
        </pc:spChg>
        <pc:spChg chg="add">
          <ac:chgData name="Мехрдод Солихов" userId="1903d256b615c2df" providerId="Windows Live" clId="Web-{E945C758-043C-44AD-879A-BF7BE0994F50}" dt="2025-12-12T19:16:01.719" v="415"/>
          <ac:spMkLst>
            <pc:docMk/>
            <pc:sldMk cId="2581050123" sldId="268"/>
            <ac:spMk id="11" creationId="{2DDCF3D0-C53F-B54B-A691-F8247ACC3AE7}"/>
          </ac:spMkLst>
        </pc:spChg>
        <pc:spChg chg="add">
          <ac:chgData name="Мехрдод Солихов" userId="1903d256b615c2df" providerId="Windows Live" clId="Web-{E945C758-043C-44AD-879A-BF7BE0994F50}" dt="2025-12-12T19:16:01.734" v="416"/>
          <ac:spMkLst>
            <pc:docMk/>
            <pc:sldMk cId="2581050123" sldId="268"/>
            <ac:spMk id="13" creationId="{95C85640-FBFE-1A60-82E8-714BCD592755}"/>
          </ac:spMkLst>
        </pc:spChg>
        <pc:spChg chg="add">
          <ac:chgData name="Мехрдод Солихов" userId="1903d256b615c2df" providerId="Windows Live" clId="Web-{E945C758-043C-44AD-879A-BF7BE0994F50}" dt="2025-12-12T19:16:01.828" v="418"/>
          <ac:spMkLst>
            <pc:docMk/>
            <pc:sldMk cId="2581050123" sldId="268"/>
            <ac:spMk id="17" creationId="{1B8625D9-C38D-F662-648A-960B9B77CEB7}"/>
          </ac:spMkLst>
        </pc:spChg>
        <pc:spChg chg="add">
          <ac:chgData name="Мехрдод Солихов" userId="1903d256b615c2df" providerId="Windows Live" clId="Web-{E945C758-043C-44AD-879A-BF7BE0994F50}" dt="2025-12-12T19:16:01.828" v="419"/>
          <ac:spMkLst>
            <pc:docMk/>
            <pc:sldMk cId="2581050123" sldId="268"/>
            <ac:spMk id="19" creationId="{26E8A33A-F787-7DA6-9109-E9FA7C1F72D7}"/>
          </ac:spMkLst>
        </pc:spChg>
        <pc:spChg chg="add mod">
          <ac:chgData name="Мехрдод Солихов" userId="1903d256b615c2df" providerId="Windows Live" clId="Web-{E945C758-043C-44AD-879A-BF7BE0994F50}" dt="2025-12-12T19:16:23.172" v="438" actId="20577"/>
          <ac:spMkLst>
            <pc:docMk/>
            <pc:sldMk cId="2581050123" sldId="268"/>
            <ac:spMk id="21" creationId="{1AEB6B24-8A93-416A-1C46-2A12ADBCE629}"/>
          </ac:spMkLst>
        </pc:spChg>
        <pc:spChg chg="add mod">
          <ac:chgData name="Мехрдод Солихов" userId="1903d256b615c2df" providerId="Windows Live" clId="Web-{E945C758-043C-44AD-879A-BF7BE0994F50}" dt="2025-12-12T19:17:35.736" v="476" actId="20577"/>
          <ac:spMkLst>
            <pc:docMk/>
            <pc:sldMk cId="2581050123" sldId="268"/>
            <ac:spMk id="25" creationId="{F737F8B4-93EB-129E-8283-F54253E04344}"/>
          </ac:spMkLst>
        </pc:spChg>
        <pc:picChg chg="add">
          <ac:chgData name="Мехрдод Солихов" userId="1903d256b615c2df" providerId="Windows Live" clId="Web-{E945C758-043C-44AD-879A-BF7BE0994F50}" dt="2025-12-12T19:16:01.703" v="411"/>
          <ac:picMkLst>
            <pc:docMk/>
            <pc:sldMk cId="2581050123" sldId="268"/>
            <ac:picMk id="3" creationId="{F0396387-E28F-B1DC-E3C0-6A23D9077023}"/>
          </ac:picMkLst>
        </pc:picChg>
        <pc:picChg chg="add">
          <ac:chgData name="Мехрдод Солихов" userId="1903d256b615c2df" providerId="Windows Live" clId="Web-{E945C758-043C-44AD-879A-BF7BE0994F50}" dt="2025-12-12T19:16:01.703" v="412"/>
          <ac:picMkLst>
            <pc:docMk/>
            <pc:sldMk cId="2581050123" sldId="268"/>
            <ac:picMk id="5" creationId="{C760818C-D19D-ECA1-DEE4-63E6C04E13DD}"/>
          </ac:picMkLst>
        </pc:picChg>
        <pc:picChg chg="add">
          <ac:chgData name="Мехрдод Солихов" userId="1903d256b615c2df" providerId="Windows Live" clId="Web-{E945C758-043C-44AD-879A-BF7BE0994F50}" dt="2025-12-12T19:16:01.719" v="413"/>
          <ac:picMkLst>
            <pc:docMk/>
            <pc:sldMk cId="2581050123" sldId="268"/>
            <ac:picMk id="7" creationId="{808E3CA4-161B-4E1B-8779-73D814AF1B42}"/>
          </ac:picMkLst>
        </pc:picChg>
        <pc:picChg chg="add">
          <ac:chgData name="Мехрдод Солихов" userId="1903d256b615c2df" providerId="Windows Live" clId="Web-{E945C758-043C-44AD-879A-BF7BE0994F50}" dt="2025-12-12T19:16:01.812" v="417"/>
          <ac:picMkLst>
            <pc:docMk/>
            <pc:sldMk cId="2581050123" sldId="268"/>
            <ac:picMk id="15" creationId="{21D4D56A-7082-3654-8D1B-FF7ED1F10DB6}"/>
          </ac:picMkLst>
        </pc:picChg>
        <pc:picChg chg="add">
          <ac:chgData name="Мехрдод Солихов" userId="1903d256b615c2df" providerId="Windows Live" clId="Web-{E945C758-043C-44AD-879A-BF7BE0994F50}" dt="2025-12-12T19:16:01.859" v="421"/>
          <ac:picMkLst>
            <pc:docMk/>
            <pc:sldMk cId="2581050123" sldId="268"/>
            <ac:picMk id="23" creationId="{AB80A86F-8690-94D2-DE28-AD1D772E5191}"/>
          </ac:picMkLst>
        </pc:picChg>
        <pc:picChg chg="add">
          <ac:chgData name="Мехрдод Солихов" userId="1903d256b615c2df" providerId="Windows Live" clId="Web-{E945C758-043C-44AD-879A-BF7BE0994F50}" dt="2025-12-12T19:16:01.890" v="423"/>
          <ac:picMkLst>
            <pc:docMk/>
            <pc:sldMk cId="2581050123" sldId="268"/>
            <ac:picMk id="27" creationId="{793BAF4A-4741-947E-D535-50D17463CEF1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6" y="2750337"/>
            <a:ext cx="1171888" cy="1356442"/>
          </a:xfrm>
        </p:spPr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1075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7856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5" y="2869895"/>
            <a:ext cx="1154151" cy="1090789"/>
          </a:xfrm>
        </p:spPr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57239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0" y="2336873"/>
            <a:ext cx="4698358" cy="359931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8" cy="359931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0751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753229"/>
            <a:ext cx="9613863" cy="108093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0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2" y="3030008"/>
            <a:ext cx="4698355" cy="290617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3" y="3030008"/>
            <a:ext cx="4700059" cy="290617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3514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86045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2401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6" y="2336873"/>
            <a:ext cx="5608336" cy="3599313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8269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3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276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7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309"/>
            <a:ext cx="1154151" cy="1090789"/>
          </a:xfrm>
        </p:spPr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4152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11615"/>
            <a:ext cx="1154151" cy="1090789"/>
          </a:xfrm>
        </p:spPr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84444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535201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5" y="4709925"/>
            <a:ext cx="1154151" cy="1090789"/>
          </a:xfrm>
        </p:spPr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87925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2" y="753228"/>
            <a:ext cx="9624960" cy="1080938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39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03055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85898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2" cy="435376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7"/>
            <a:ext cx="8870004" cy="5326589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6" y="5936187"/>
            <a:ext cx="2743200" cy="365125"/>
          </a:xfrm>
        </p:spPr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88"/>
            <a:ext cx="6126805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29912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593538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634241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444276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59442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513135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083531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135593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274746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30202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49747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807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11559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  <p:sldLayoutId id="2147483744" r:id="rId12"/>
    <p:sldLayoutId id="2147483745" r:id="rId13"/>
    <p:sldLayoutId id="2147483746" r:id="rId14"/>
    <p:sldLayoutId id="2147483747" r:id="rId15"/>
    <p:sldLayoutId id="2147483748" r:id="rId16"/>
    <p:sldLayoutId id="214748374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A75F52-ADC6-487C-9E3B-1415148A2A5F}" type="datetimeFigureOut">
              <a:rPr lang="ru-RU" smtClean="0"/>
              <a:t>12.12.2025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0398A6-D8A0-451A-8DD5-9976D9353C9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5979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jpe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jpeg"/><Relationship Id="rId5" Type="http://schemas.openxmlformats.org/officeDocument/2006/relationships/image" Target="../media/image14.jpe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jpe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jpe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jpe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347571" y="1319867"/>
            <a:ext cx="9844429" cy="5538133"/>
            <a:chOff x="0" y="0"/>
            <a:chExt cx="22258914" cy="11590914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 cstate="print">
              <a:alphaModFix amt="42000"/>
            </a:blip>
            <a:srcRect t="10920" b="10920"/>
            <a:stretch>
              <a:fillRect/>
            </a:stretch>
          </p:blipFill>
          <p:spPr>
            <a:xfrm>
              <a:off x="0" y="0"/>
              <a:ext cx="22258914" cy="11590914"/>
            </a:xfrm>
            <a:prstGeom prst="rect">
              <a:avLst/>
            </a:prstGeom>
          </p:spPr>
        </p:pic>
      </p:grpSp>
      <p:sp>
        <p:nvSpPr>
          <p:cNvPr id="5" name="TextBox 5"/>
          <p:cNvSpPr txBox="1"/>
          <p:nvPr/>
        </p:nvSpPr>
        <p:spPr>
          <a:xfrm>
            <a:off x="1209890" y="189428"/>
            <a:ext cx="9178659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365"/>
              </a:lnSpc>
            </a:pPr>
            <a:r>
              <a:rPr lang="en-US" sz="1689" spc="33" dirty="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МИНИСТЕРСТВО ОБРАЗОВАНИЯ </a:t>
            </a:r>
            <a:r>
              <a:rPr lang="ru-RU" sz="1689" spc="33" dirty="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И МОЛОДЕЖНОЙ ПОЛИТИКИ</a:t>
            </a:r>
            <a:r>
              <a:rPr lang="en-US" sz="1689" spc="33" dirty="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 СВЕРДЛОВСКОЙ ОБЛАСТИ</a:t>
            </a:r>
          </a:p>
          <a:p>
            <a:pPr>
              <a:lnSpc>
                <a:spcPts val="2365"/>
              </a:lnSpc>
            </a:pPr>
            <a:r>
              <a:rPr lang="en-US" sz="1689" spc="33" dirty="0">
                <a:solidFill>
                  <a:srgbClr val="F0F0EE">
                    <a:alpha val="66667"/>
                  </a:srgbClr>
                </a:solidFill>
                <a:latin typeface="Alegreya Sans SC Black"/>
              </a:rPr>
              <a:t> ГАПОУ СО «ЕКАТЕРИНБУРГСКИЙ КОЛЛЕДЖ ТРАНСПОРТНОГО СТРОИТЕЛЬСТВА»</a:t>
            </a:r>
          </a:p>
        </p:txBody>
      </p:sp>
      <p:sp>
        <p:nvSpPr>
          <p:cNvPr id="6" name="AutoShape 6"/>
          <p:cNvSpPr/>
          <p:nvPr/>
        </p:nvSpPr>
        <p:spPr>
          <a:xfrm>
            <a:off x="0" y="0"/>
            <a:ext cx="1062543" cy="1062543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7" name="TextBox 7"/>
          <p:cNvSpPr txBox="1"/>
          <p:nvPr/>
        </p:nvSpPr>
        <p:spPr>
          <a:xfrm>
            <a:off x="531271" y="1791547"/>
            <a:ext cx="10037818" cy="25776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6749"/>
              </a:lnSpc>
            </a:pPr>
            <a:r>
              <a:rPr lang="en-US" sz="7669" spc="-276" dirty="0" err="1">
                <a:solidFill>
                  <a:srgbClr val="F0F0EE"/>
                </a:solidFill>
                <a:latin typeface="Alegreya Sans SC Bold"/>
              </a:rPr>
              <a:t>Разработка</a:t>
            </a:r>
            <a:r>
              <a:rPr lang="en-US" sz="7669" spc="-276" dirty="0">
                <a:solidFill>
                  <a:srgbClr val="F0F0EE"/>
                </a:solidFill>
                <a:latin typeface="Alegreya Sans SC Bold"/>
              </a:rPr>
              <a:t> и </a:t>
            </a:r>
            <a:r>
              <a:rPr lang="en-US" sz="7669" spc="-276" dirty="0" err="1">
                <a:solidFill>
                  <a:srgbClr val="F0F0EE"/>
                </a:solidFill>
                <a:latin typeface="Alegreya Sans SC Bold"/>
              </a:rPr>
              <a:t>создание</a:t>
            </a:r>
            <a:r>
              <a:rPr lang="en-US" sz="7669" spc="-276" dirty="0">
                <a:solidFill>
                  <a:srgbClr val="F0F0EE"/>
                </a:solidFill>
                <a:latin typeface="Alegreya Sans SC Bold"/>
              </a:rPr>
              <a:t> </a:t>
            </a:r>
            <a:r>
              <a:rPr lang="ru-RU" sz="7669" spc="-276" dirty="0">
                <a:solidFill>
                  <a:srgbClr val="F0F0EE"/>
                </a:solidFill>
                <a:latin typeface="Alegreya Sans SC Bold"/>
              </a:rPr>
              <a:t>приложение для База данных «Колледж»</a:t>
            </a:r>
            <a:endParaRPr lang="en-US" sz="7669" spc="-276" dirty="0">
              <a:solidFill>
                <a:srgbClr val="F0F0EE"/>
              </a:solidFill>
              <a:latin typeface="Alegreya Sans SC Bold Bold"/>
            </a:endParaRPr>
          </a:p>
        </p:txBody>
      </p:sp>
      <p:grpSp>
        <p:nvGrpSpPr>
          <p:cNvPr id="8" name="Group 8"/>
          <p:cNvGrpSpPr/>
          <p:nvPr/>
        </p:nvGrpSpPr>
        <p:grpSpPr>
          <a:xfrm>
            <a:off x="190583" y="101446"/>
            <a:ext cx="681378" cy="859651"/>
            <a:chOff x="0" y="0"/>
            <a:chExt cx="1362756" cy="1719301"/>
          </a:xfrm>
        </p:grpSpPr>
        <p:pic>
          <p:nvPicPr>
            <p:cNvPr id="9" name="Picture 9"/>
            <p:cNvPicPr>
              <a:picLocks noChangeAspect="1"/>
            </p:cNvPicPr>
            <p:nvPr/>
          </p:nvPicPr>
          <p:blipFill>
            <a:blip r:embed="rId3" cstate="print"/>
            <a:srcRect t="10179" b="10179"/>
            <a:stretch>
              <a:fillRect/>
            </a:stretch>
          </p:blipFill>
          <p:spPr>
            <a:xfrm>
              <a:off x="0" y="0"/>
              <a:ext cx="1362756" cy="1719301"/>
            </a:xfrm>
            <a:prstGeom prst="rect">
              <a:avLst/>
            </a:prstGeom>
          </p:spPr>
        </p:pic>
      </p:grpSp>
      <p:sp>
        <p:nvSpPr>
          <p:cNvPr id="10" name="TextBox 10"/>
          <p:cNvSpPr txBox="1"/>
          <p:nvPr/>
        </p:nvSpPr>
        <p:spPr>
          <a:xfrm>
            <a:off x="1209889" y="5392063"/>
            <a:ext cx="6554119" cy="1282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493"/>
              </a:lnSpc>
              <a:spcBef>
                <a:spcPct val="0"/>
              </a:spcBef>
            </a:pPr>
            <a:r>
              <a:rPr lang="en-US" sz="1750" dirty="0" err="1">
                <a:solidFill>
                  <a:srgbClr val="FFFFFF"/>
                </a:solidFill>
                <a:latin typeface="Trocchi"/>
              </a:rPr>
              <a:t>Работу</a:t>
            </a:r>
            <a:r>
              <a:rPr lang="en-US" sz="1750" dirty="0">
                <a:solidFill>
                  <a:srgbClr val="FFFFFF"/>
                </a:solidFill>
                <a:latin typeface="Trocchi"/>
              </a:rPr>
              <a:t> </a:t>
            </a:r>
            <a:r>
              <a:rPr lang="en-US" sz="1750" dirty="0" err="1">
                <a:solidFill>
                  <a:srgbClr val="FFFFFF"/>
                </a:solidFill>
                <a:latin typeface="Trocchi"/>
              </a:rPr>
              <a:t>выполнил</a:t>
            </a:r>
            <a:r>
              <a:rPr lang="en-US" sz="1750" dirty="0">
                <a:solidFill>
                  <a:srgbClr val="FFFFFF"/>
                </a:solidFill>
                <a:latin typeface="Trocchi"/>
              </a:rPr>
              <a:t>: </a:t>
            </a:r>
            <a:r>
              <a:rPr lang="en-US" sz="1750" dirty="0" err="1">
                <a:solidFill>
                  <a:srgbClr val="FFFFFF"/>
                </a:solidFill>
                <a:latin typeface="Trocchi"/>
              </a:rPr>
              <a:t>Солихов</a:t>
            </a:r>
            <a:r>
              <a:rPr lang="en-US" sz="1750" dirty="0">
                <a:solidFill>
                  <a:srgbClr val="FFFFFF"/>
                </a:solidFill>
                <a:latin typeface="Trocchi"/>
              </a:rPr>
              <a:t> М. Д.</a:t>
            </a:r>
            <a:endParaRPr lang="ru-RU" sz="1750" dirty="0">
              <a:solidFill>
                <a:srgbClr val="FFFFFF"/>
              </a:solidFill>
              <a:latin typeface="Trocchi"/>
            </a:endParaRPr>
          </a:p>
          <a:p>
            <a:pPr>
              <a:lnSpc>
                <a:spcPts val="2493"/>
              </a:lnSpc>
              <a:spcBef>
                <a:spcPct val="0"/>
              </a:spcBef>
            </a:pPr>
            <a:r>
              <a:rPr lang="en-US" sz="1750" dirty="0" err="1">
                <a:solidFill>
                  <a:srgbClr val="FFFFFF"/>
                </a:solidFill>
                <a:latin typeface="Trocchi"/>
              </a:rPr>
              <a:t>Руководитель</a:t>
            </a:r>
            <a:r>
              <a:rPr lang="en-US" sz="1750" dirty="0">
                <a:solidFill>
                  <a:srgbClr val="FFFFFF"/>
                </a:solidFill>
                <a:latin typeface="Trocchi"/>
              </a:rPr>
              <a:t>: </a:t>
            </a:r>
            <a:r>
              <a:rPr lang="ru-RU" sz="1750" dirty="0">
                <a:solidFill>
                  <a:srgbClr val="FFFFFF"/>
                </a:solidFill>
                <a:latin typeface="Trocchi"/>
              </a:rPr>
              <a:t>Мирошниченко Г. В.</a:t>
            </a:r>
            <a:endParaRPr lang="en-US" sz="1750" dirty="0">
              <a:solidFill>
                <a:srgbClr val="FFFFFF"/>
              </a:solidFill>
              <a:latin typeface="Trocchi"/>
            </a:endParaRPr>
          </a:p>
          <a:p>
            <a:pPr>
              <a:lnSpc>
                <a:spcPts val="2493"/>
              </a:lnSpc>
              <a:spcBef>
                <a:spcPct val="0"/>
              </a:spcBef>
            </a:pPr>
            <a:r>
              <a:rPr lang="en-US" sz="1781" dirty="0" err="1">
                <a:solidFill>
                  <a:srgbClr val="FFFFFF"/>
                </a:solidFill>
                <a:latin typeface="Trocchi"/>
              </a:rPr>
              <a:t>Группа</a:t>
            </a:r>
            <a:r>
              <a:rPr lang="en-US" sz="1781" dirty="0">
                <a:solidFill>
                  <a:srgbClr val="FFFFFF"/>
                </a:solidFill>
                <a:latin typeface="Trocchi"/>
              </a:rPr>
              <a:t>: Пр-31</a:t>
            </a:r>
          </a:p>
          <a:p>
            <a:pPr>
              <a:lnSpc>
                <a:spcPts val="2493"/>
              </a:lnSpc>
              <a:spcBef>
                <a:spcPct val="0"/>
              </a:spcBef>
            </a:pPr>
            <a:endParaRPr sz="1200" dirty="0"/>
          </a:p>
        </p:txBody>
      </p:sp>
      <p:grpSp>
        <p:nvGrpSpPr>
          <p:cNvPr id="11" name="Group 11"/>
          <p:cNvGrpSpPr/>
          <p:nvPr/>
        </p:nvGrpSpPr>
        <p:grpSpPr>
          <a:xfrm>
            <a:off x="0" y="5014789"/>
            <a:ext cx="5027653" cy="299117"/>
            <a:chOff x="0" y="0"/>
            <a:chExt cx="9605948" cy="571500"/>
          </a:xfrm>
        </p:grpSpPr>
        <p:sp>
          <p:nvSpPr>
            <p:cNvPr id="12" name="Freeform 12"/>
            <p:cNvSpPr/>
            <p:nvPr/>
          </p:nvSpPr>
          <p:spPr>
            <a:xfrm>
              <a:off x="0" y="255270"/>
              <a:ext cx="9605948" cy="69850"/>
            </a:xfrm>
            <a:custGeom>
              <a:avLst/>
              <a:gdLst/>
              <a:ahLst/>
              <a:cxnLst/>
              <a:rect l="l" t="t" r="r" b="b"/>
              <a:pathLst>
                <a:path w="9605948" h="69850">
                  <a:moveTo>
                    <a:pt x="9315118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9605948" y="69850"/>
                  </a:lnTo>
                  <a:lnTo>
                    <a:pt x="9605948" y="0"/>
                  </a:lnTo>
                  <a:close/>
                </a:path>
              </a:pathLst>
            </a:custGeom>
            <a:solidFill>
              <a:srgbClr val="EFF0F2"/>
            </a:solidFill>
          </p:spPr>
        </p:sp>
      </p:grpSp>
      <p:grpSp>
        <p:nvGrpSpPr>
          <p:cNvPr id="13" name="Group 13"/>
          <p:cNvGrpSpPr/>
          <p:nvPr/>
        </p:nvGrpSpPr>
        <p:grpSpPr>
          <a:xfrm>
            <a:off x="3446304" y="5014789"/>
            <a:ext cx="5027653" cy="299117"/>
            <a:chOff x="0" y="0"/>
            <a:chExt cx="9605948" cy="571500"/>
          </a:xfrm>
        </p:grpSpPr>
        <p:sp>
          <p:nvSpPr>
            <p:cNvPr id="14" name="Freeform 14"/>
            <p:cNvSpPr/>
            <p:nvPr/>
          </p:nvSpPr>
          <p:spPr>
            <a:xfrm>
              <a:off x="0" y="255270"/>
              <a:ext cx="9605948" cy="69850"/>
            </a:xfrm>
            <a:custGeom>
              <a:avLst/>
              <a:gdLst/>
              <a:ahLst/>
              <a:cxnLst/>
              <a:rect l="l" t="t" r="r" b="b"/>
              <a:pathLst>
                <a:path w="9605948" h="69850">
                  <a:moveTo>
                    <a:pt x="9315118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9605948" y="69850"/>
                  </a:lnTo>
                  <a:lnTo>
                    <a:pt x="9605948" y="0"/>
                  </a:lnTo>
                  <a:close/>
                </a:path>
              </a:pathLst>
            </a:custGeom>
            <a:solidFill>
              <a:srgbClr val="EFF0F2"/>
            </a:solidFill>
          </p:spPr>
        </p:sp>
      </p:grpSp>
    </p:spTree>
    <p:extLst>
      <p:ext uri="{BB962C8B-B14F-4D97-AF65-F5344CB8AC3E}">
        <p14:creationId xmlns:p14="http://schemas.microsoft.com/office/powerpoint/2010/main" val="991811243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EC45AD9C-F21B-4046-AF68-07A2469479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5F5BD6E-AB48-4A2D-AA03-D787D54FA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221115A-B66A-4D35-9D9F-97A91D887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63704"/>
            <a:ext cx="10437812" cy="321164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ABC72B1C-D4EE-45CF-A99C-0AD017C41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609600"/>
            <a:ext cx="10437812" cy="13681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" name="Заголовок 4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</p:spPr>
        <p:txBody>
          <a:bodyPr>
            <a:normAutofit/>
          </a:bodyPr>
          <a:lstStyle/>
          <a:p>
            <a:r>
              <a:rPr lang="ru-RU">
                <a:solidFill>
                  <a:srgbClr val="FFFFFF"/>
                </a:solidFill>
              </a:rPr>
              <a:t>О разработке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8AB44AF-E52F-46C5-8C2C-8487AC8B1B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A5B2FDF3-1FF8-4FBF-842A-4EA5719F34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9003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389DEC8-49B8-4778-BB47-FF48E8C5B6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885714"/>
            <a:ext cx="10437812" cy="321164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DF550B33-5759-49FD-90FC-11EA4ED5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2116667"/>
            <a:ext cx="10439400" cy="3793206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Объект 7"/>
          <p:cNvSpPr>
            <a:spLocks noGrp="1"/>
          </p:cNvSpPr>
          <p:nvPr>
            <p:ph idx="1"/>
          </p:nvPr>
        </p:nvSpPr>
        <p:spPr>
          <a:xfrm>
            <a:off x="680322" y="2437831"/>
            <a:ext cx="9114023" cy="3150308"/>
          </a:xfrm>
        </p:spPr>
        <p:txBody>
          <a:bodyPr>
            <a:normAutofit/>
          </a:bodyPr>
          <a:lstStyle/>
          <a:p>
            <a:r>
              <a:rPr lang="ru-RU" sz="1700">
                <a:solidFill>
                  <a:srgbClr val="FFFFFF"/>
                </a:solidFill>
              </a:rPr>
              <a:t>Программа предназначена для организации деятельности колледжа. Продукт позволяет систематизировать учебно-административные процессы учебного заведения.</a:t>
            </a:r>
          </a:p>
          <a:p>
            <a:r>
              <a:rPr lang="ru-RU" sz="1700">
                <a:solidFill>
                  <a:srgbClr val="FFFFFF"/>
                </a:solidFill>
              </a:rPr>
              <a:t>Данная разработка — это программный комплекс, предназначенный для ведения учёта студентов и преподавателей, управления данными о специальностях и группах, регистрации учебной нагрузки, а также обеспечения многоуровневого доступа для приёмной комиссии, преподавателей и студентов с учётом ролевых прав и функциональных особенностей каждой категории пользователей.</a:t>
            </a:r>
          </a:p>
          <a:p>
            <a:pPr marL="0" indent="0">
              <a:buNone/>
            </a:pPr>
            <a:br>
              <a:rPr lang="ru-RU" sz="1700">
                <a:solidFill>
                  <a:srgbClr val="FFFFFF"/>
                </a:solidFill>
              </a:rPr>
            </a:br>
            <a:endParaRPr lang="ru-RU" sz="17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645097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и задачи проекта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80321" y="2054240"/>
            <a:ext cx="8862690" cy="1969758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ru-RU" dirty="0"/>
              <a:t>Целью является создание программного комплекса для автоматизации учебно-административной деятельности колледжа, обеспечивающего централизованное хранение, обработку и управление данными о студентах, преподавателях, специальностях и учебных группах с учётом ролевой модели доступа.</a:t>
            </a:r>
            <a:br>
              <a:rPr lang="ru-RU" dirty="0"/>
            </a:br>
            <a:endParaRPr lang="ru-RU" dirty="0"/>
          </a:p>
        </p:txBody>
      </p:sp>
      <p:pic>
        <p:nvPicPr>
          <p:cNvPr id="20" name="Рисунок 19" descr="Изображение выглядит как Мультфильм, мультфильм, иллюстрация, Анимац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6CAAB04-84B7-B677-00A2-CCBD46DAB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8362" y="4212117"/>
            <a:ext cx="2143125" cy="2143125"/>
          </a:xfrm>
          <a:prstGeom prst="rect">
            <a:avLst/>
          </a:prstGeom>
        </p:spPr>
      </p:pic>
      <p:sp>
        <p:nvSpPr>
          <p:cNvPr id="27" name="Объект 2">
            <a:extLst>
              <a:ext uri="{FF2B5EF4-FFF2-40B4-BE49-F238E27FC236}">
                <a16:creationId xmlns:a16="http://schemas.microsoft.com/office/drawing/2014/main" id="{1ADC66EF-B3C0-4236-9BBB-BC4060C38D26}"/>
              </a:ext>
            </a:extLst>
          </p:cNvPr>
          <p:cNvSpPr txBox="1">
            <a:spLocks/>
          </p:cNvSpPr>
          <p:nvPr/>
        </p:nvSpPr>
        <p:spPr>
          <a:xfrm>
            <a:off x="674569" y="3989433"/>
            <a:ext cx="8862690" cy="25736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200" dirty="0"/>
              <a:t>Задачи:</a:t>
            </a:r>
          </a:p>
          <a:p>
            <a:r>
              <a:rPr lang="ru-RU" sz="2200" dirty="0"/>
              <a:t>Реализовать систему авторизации, с тремя режимами работы</a:t>
            </a:r>
          </a:p>
          <a:p>
            <a:r>
              <a:rPr lang="ru-RU" sz="2200" dirty="0"/>
              <a:t>Создать локальную базу данных ROOM</a:t>
            </a:r>
          </a:p>
          <a:p>
            <a:r>
              <a:rPr lang="ru-RU" sz="2200" dirty="0"/>
              <a:t>Реализовать функционал для работы со студентами и </a:t>
            </a:r>
            <a:r>
              <a:rPr lang="ru-RU" sz="2200" err="1"/>
              <a:t>преподавтелями</a:t>
            </a:r>
            <a:endParaRPr lang="ru-RU" sz="2200"/>
          </a:p>
          <a:p>
            <a:r>
              <a:rPr lang="ru-RU" sz="2200" dirty="0"/>
              <a:t>Реализовать удобную навигацию</a:t>
            </a:r>
            <a:endParaRPr lang="ru-RU" sz="2200">
              <a:solidFill>
                <a:schemeClr val="bg1"/>
              </a:solidFill>
            </a:endParaRPr>
          </a:p>
          <a:p>
            <a:endParaRPr lang="ru-RU" sz="2000" dirty="0">
              <a:solidFill>
                <a:srgbClr val="000000"/>
              </a:solidFill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0871816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Функциональные характеристики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69222" y="4823411"/>
            <a:ext cx="2765553" cy="697753"/>
          </a:xfrm>
        </p:spPr>
        <p:txBody>
          <a:bodyPr/>
          <a:lstStyle/>
          <a:p>
            <a:r>
              <a:rPr lang="ru-RU" sz="2000" b="1" dirty="0"/>
              <a:t>Привлекательность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15"/>
          </p:nvPr>
        </p:nvSpPr>
        <p:spPr>
          <a:xfrm>
            <a:off x="688598" y="5509212"/>
            <a:ext cx="2744521" cy="3527757"/>
          </a:xfrm>
        </p:spPr>
        <p:txBody>
          <a:bodyPr>
            <a:normAutofit/>
          </a:bodyPr>
          <a:lstStyle/>
          <a:p>
            <a:r>
              <a:rPr lang="ru-RU" sz="1800" dirty="0"/>
              <a:t>Интерфейс приложения разработан визуальной привлекательности. Не перегружен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912538" y="5055091"/>
            <a:ext cx="2396673" cy="466074"/>
          </a:xfrm>
        </p:spPr>
        <p:txBody>
          <a:bodyPr/>
          <a:lstStyle/>
          <a:p>
            <a:r>
              <a:rPr lang="ru-RU" dirty="0"/>
              <a:t>Безопасность</a:t>
            </a:r>
          </a:p>
        </p:txBody>
      </p:sp>
      <p:sp>
        <p:nvSpPr>
          <p:cNvPr id="6" name="Текст 5"/>
          <p:cNvSpPr>
            <a:spLocks noGrp="1"/>
          </p:cNvSpPr>
          <p:nvPr>
            <p:ph type="body" sz="half" idx="16"/>
          </p:nvPr>
        </p:nvSpPr>
        <p:spPr>
          <a:xfrm>
            <a:off x="4910882" y="5521165"/>
            <a:ext cx="2396673" cy="3735240"/>
          </a:xfrm>
        </p:spPr>
        <p:txBody>
          <a:bodyPr>
            <a:normAutofit/>
          </a:bodyPr>
          <a:lstStyle/>
          <a:p>
            <a:r>
              <a:rPr lang="ru-RU" sz="1800" dirty="0"/>
              <a:t>Реализована многоуровневая система авторизации</a:t>
            </a:r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13"/>
          </p:nvPr>
        </p:nvSpPr>
        <p:spPr>
          <a:xfrm>
            <a:off x="8369337" y="4474534"/>
            <a:ext cx="2556620" cy="697753"/>
          </a:xfrm>
        </p:spPr>
        <p:txBody>
          <a:bodyPr/>
          <a:lstStyle/>
          <a:p>
            <a:r>
              <a:rPr lang="ru-RU" dirty="0"/>
              <a:t>Систематизация</a:t>
            </a:r>
          </a:p>
        </p:txBody>
      </p:sp>
      <p:sp>
        <p:nvSpPr>
          <p:cNvPr id="8" name="Текст 7"/>
          <p:cNvSpPr>
            <a:spLocks noGrp="1"/>
          </p:cNvSpPr>
          <p:nvPr>
            <p:ph type="body" sz="half" idx="17"/>
          </p:nvPr>
        </p:nvSpPr>
        <p:spPr>
          <a:xfrm>
            <a:off x="8369337" y="5160335"/>
            <a:ext cx="2556620" cy="3527757"/>
          </a:xfrm>
        </p:spPr>
        <p:txBody>
          <a:bodyPr>
            <a:normAutofit/>
          </a:bodyPr>
          <a:lstStyle/>
          <a:p>
            <a:r>
              <a:rPr lang="ru-RU" sz="1800" dirty="0"/>
              <a:t>Все данные хранятся в единой базе данных Реализованы операции: добавление, удаление, поиск</a:t>
            </a: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8096" y="2695582"/>
            <a:ext cx="2301265" cy="1971985"/>
          </a:xfrm>
          <a:prstGeom prst="rect">
            <a:avLst/>
          </a:prstGeom>
        </p:spPr>
      </p:pic>
      <p:pic>
        <p:nvPicPr>
          <p:cNvPr id="11" name="Picture 13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>
          <a:xfrm>
            <a:off x="8668806" y="2756091"/>
            <a:ext cx="1957682" cy="1482318"/>
          </a:xfrm>
          <a:prstGeom prst="rect">
            <a:avLst/>
          </a:prstGeom>
        </p:spPr>
      </p:pic>
      <p:pic>
        <p:nvPicPr>
          <p:cNvPr id="12" name="Рисунок 11" descr="Изображение выглядит как Мобильный телефон, снимок экрана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D1D7D83-7EA5-920A-29AB-486BAA4B97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287" y="2551449"/>
            <a:ext cx="2154836" cy="2117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357489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Используемые инструменты</a:t>
            </a:r>
          </a:p>
        </p:txBody>
      </p:sp>
      <p:sp>
        <p:nvSpPr>
          <p:cNvPr id="8" name="Текст 7"/>
          <p:cNvSpPr>
            <a:spLocks noGrp="1"/>
          </p:cNvSpPr>
          <p:nvPr>
            <p:ph type="body" idx="1"/>
          </p:nvPr>
        </p:nvSpPr>
        <p:spPr>
          <a:xfrm>
            <a:off x="1661222" y="2370123"/>
            <a:ext cx="2511767" cy="693135"/>
          </a:xfrm>
        </p:spPr>
        <p:txBody>
          <a:bodyPr/>
          <a:lstStyle/>
          <a:p>
            <a:r>
              <a:rPr lang="en-US" b="0" dirty="0"/>
              <a:t>Navigation</a:t>
            </a:r>
          </a:p>
        </p:txBody>
      </p:sp>
      <p:pic>
        <p:nvPicPr>
          <p:cNvPr id="20" name="Объект 19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9504" y="3505316"/>
            <a:ext cx="2383144" cy="2042695"/>
          </a:xfrm>
        </p:spPr>
      </p:pic>
      <p:sp>
        <p:nvSpPr>
          <p:cNvPr id="10" name="Текст 9"/>
          <p:cNvSpPr>
            <a:spLocks noGrp="1"/>
          </p:cNvSpPr>
          <p:nvPr>
            <p:ph type="body" sz="quarter" idx="3"/>
          </p:nvPr>
        </p:nvSpPr>
        <p:spPr>
          <a:xfrm>
            <a:off x="4530093" y="2371182"/>
            <a:ext cx="2818357" cy="692076"/>
          </a:xfrm>
        </p:spPr>
        <p:txBody>
          <a:bodyPr>
            <a:normAutofit/>
          </a:bodyPr>
          <a:lstStyle/>
          <a:p>
            <a:r>
              <a:rPr lang="en-US" b="0" dirty="0"/>
              <a:t>SharedPreferences</a:t>
            </a:r>
          </a:p>
        </p:txBody>
      </p:sp>
      <p:pic>
        <p:nvPicPr>
          <p:cNvPr id="19" name="Объект 18"/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3347" y="3599215"/>
            <a:ext cx="2273596" cy="1948796"/>
          </a:xfrm>
        </p:spPr>
      </p:pic>
      <p:sp>
        <p:nvSpPr>
          <p:cNvPr id="13" name="Текст 9"/>
          <p:cNvSpPr txBox="1">
            <a:spLocks/>
          </p:cNvSpPr>
          <p:nvPr/>
        </p:nvSpPr>
        <p:spPr>
          <a:xfrm>
            <a:off x="8885003" y="2370123"/>
            <a:ext cx="2818357" cy="69207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0" dirty="0"/>
              <a:t>ROOM</a:t>
            </a: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9764" y="3505316"/>
            <a:ext cx="2383145" cy="2042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391551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Picture 31">
            <a:extLst>
              <a:ext uri="{FF2B5EF4-FFF2-40B4-BE49-F238E27FC236}">
                <a16:creationId xmlns:a16="http://schemas.microsoft.com/office/drawing/2014/main" id="{5321D838-2C7E-4177-9DD3-DAC78324A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8" name="Picture 33">
            <a:extLst>
              <a:ext uri="{FF2B5EF4-FFF2-40B4-BE49-F238E27FC236}">
                <a16:creationId xmlns:a16="http://schemas.microsoft.com/office/drawing/2014/main" id="{224C28B3-E902-49D1-98A0-582D277A0E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09" name="Picture 35">
            <a:extLst>
              <a:ext uri="{FF2B5EF4-FFF2-40B4-BE49-F238E27FC236}">
                <a16:creationId xmlns:a16="http://schemas.microsoft.com/office/drawing/2014/main" id="{F3A6C14C-E755-4A02-821B-6EA2D4C9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10" name="Rectangle 37">
            <a:extLst>
              <a:ext uri="{FF2B5EF4-FFF2-40B4-BE49-F238E27FC236}">
                <a16:creationId xmlns:a16="http://schemas.microsoft.com/office/drawing/2014/main" id="{6478287C-E119-4E9C-95B0-518478BD9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1" name="Rectangle 39">
            <a:extLst>
              <a:ext uri="{FF2B5EF4-FFF2-40B4-BE49-F238E27FC236}">
                <a16:creationId xmlns:a16="http://schemas.microsoft.com/office/drawing/2014/main" id="{EA4A294F-6D36-425B-8632-27FD6A284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12" name="Rectangle 41">
            <a:extLst>
              <a:ext uri="{FF2B5EF4-FFF2-40B4-BE49-F238E27FC236}">
                <a16:creationId xmlns:a16="http://schemas.microsoft.com/office/drawing/2014/main" id="{3FECAD23-900F-4F1B-A441-6A68749F8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3" name="Picture 43">
            <a:extLst>
              <a:ext uri="{FF2B5EF4-FFF2-40B4-BE49-F238E27FC236}">
                <a16:creationId xmlns:a16="http://schemas.microsoft.com/office/drawing/2014/main" id="{57943801-CAEC-4F98-9332-2A4D91284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4" name="Rectangle 45">
            <a:extLst>
              <a:ext uri="{FF2B5EF4-FFF2-40B4-BE49-F238E27FC236}">
                <a16:creationId xmlns:a16="http://schemas.microsoft.com/office/drawing/2014/main" id="{8A233090-6C39-4F59-8A0F-86F011A7E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5992" y="0"/>
            <a:ext cx="4636008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47">
            <a:extLst>
              <a:ext uri="{FF2B5EF4-FFF2-40B4-BE49-F238E27FC236}">
                <a16:creationId xmlns:a16="http://schemas.microsoft.com/office/drawing/2014/main" id="{484DCAA0-4BF1-4FB9-97BA-D6BA63041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7876030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Box 2"/>
          <p:cNvSpPr txBox="1"/>
          <p:nvPr/>
        </p:nvSpPr>
        <p:spPr>
          <a:xfrm>
            <a:off x="680321" y="753228"/>
            <a:ext cx="7087552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>
                <a:latin typeface="+mj-lt"/>
                <a:ea typeface="+mj-ea"/>
                <a:cs typeface="+mj-cs"/>
              </a:rPr>
              <a:t>Экран входа</a:t>
            </a:r>
          </a:p>
        </p:txBody>
      </p:sp>
      <p:pic>
        <p:nvPicPr>
          <p:cNvPr id="116" name="Picture 49">
            <a:extLst>
              <a:ext uri="{FF2B5EF4-FFF2-40B4-BE49-F238E27FC236}">
                <a16:creationId xmlns:a16="http://schemas.microsoft.com/office/drawing/2014/main" id="{9BC2FEA5-B399-458A-8393-E06CE40DB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967048" cy="3211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0321" y="2336873"/>
            <a:ext cx="642321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Включает в себя: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Поле для ввода email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Поле для ввода пароля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Поле для выбора роли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Кнопка входа</a:t>
            </a:r>
          </a:p>
        </p:txBody>
      </p:sp>
      <p:pic>
        <p:nvPicPr>
          <p:cNvPr id="2" name="Рисунок 1" descr="Изображение выглядит как текст, снимок экрана, дисплей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D2B8075-7DD0-564A-9C52-DD660A84B3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1316" y="640080"/>
            <a:ext cx="2510028" cy="5577840"/>
          </a:xfrm>
          <a:prstGeom prst="rect">
            <a:avLst/>
          </a:prstGeom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08234558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01A3CA1B-1530-4046-A299-90F41FE7F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26A6064-3EEB-4D82-B8AB-85EC8287E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0EB3F8A-0655-4D47-B546-F7EC731E02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FC563705-9678-4052-A909-B5114B9A20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2FEEF27-DE57-43BD-AD75-1F367403B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Box 2"/>
          <p:cNvSpPr txBox="1"/>
          <p:nvPr/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>
                <a:latin typeface="+mj-lt"/>
                <a:ea typeface="+mj-ea"/>
                <a:cs typeface="+mj-cs"/>
              </a:rPr>
              <a:t>Главный экран программы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0321" y="2336873"/>
            <a:ext cx="5211977" cy="359931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Включает</a:t>
            </a:r>
            <a:r>
              <a:rPr lang="en-US" sz="2000" dirty="0"/>
              <a:t> в </a:t>
            </a:r>
            <a:r>
              <a:rPr lang="en-US" sz="2000" dirty="0" err="1"/>
              <a:t>себя</a:t>
            </a:r>
            <a:r>
              <a:rPr lang="en-US" sz="2000" dirty="0"/>
              <a:t> </a:t>
            </a:r>
            <a:r>
              <a:rPr lang="en-US" sz="2000" dirty="0" err="1"/>
              <a:t>два</a:t>
            </a:r>
            <a:r>
              <a:rPr lang="en-US" sz="2000" dirty="0"/>
              <a:t> </a:t>
            </a:r>
            <a:r>
              <a:rPr lang="en-US" sz="2000" dirty="0" err="1"/>
              <a:t>варианта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комисси</a:t>
            </a:r>
            <a:r>
              <a:rPr lang="en-US" sz="2000" dirty="0"/>
              <a:t> и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преподавателей</a:t>
            </a:r>
            <a:r>
              <a:rPr lang="en-US" sz="2000" dirty="0"/>
              <a:t>:</a:t>
            </a:r>
          </a:p>
          <a:p>
            <a:pPr marL="228600" lvl="1">
              <a:lnSpc>
                <a:spcPct val="90000"/>
              </a:lnSpc>
              <a:spcAft>
                <a:spcPts val="600"/>
              </a:spcAft>
            </a:pPr>
            <a:r>
              <a:rPr lang="en-US" sz="2000" dirty="0" err="1"/>
              <a:t>Общее</a:t>
            </a:r>
            <a:r>
              <a:rPr lang="en-US" sz="2000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Поле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поиска</a:t>
            </a:r>
            <a:r>
              <a:rPr lang="en-US" sz="2000" dirty="0"/>
              <a:t> </a:t>
            </a:r>
            <a:r>
              <a:rPr lang="en-US" sz="2000" dirty="0" err="1"/>
              <a:t>студента</a:t>
            </a:r>
            <a:endParaRPr lang="en-US" sz="20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При</a:t>
            </a:r>
            <a:r>
              <a:rPr lang="en-US" sz="2000" dirty="0"/>
              <a:t> </a:t>
            </a:r>
            <a:r>
              <a:rPr lang="en-US" sz="2000" dirty="0" err="1"/>
              <a:t>зажатии</a:t>
            </a:r>
            <a:r>
              <a:rPr lang="en-US" sz="2000" dirty="0"/>
              <a:t> </a:t>
            </a:r>
            <a:r>
              <a:rPr lang="en-US" sz="2000" dirty="0" err="1"/>
              <a:t>можно</a:t>
            </a:r>
            <a:r>
              <a:rPr lang="en-US" sz="2000" dirty="0"/>
              <a:t> </a:t>
            </a:r>
            <a:r>
              <a:rPr lang="en-US" sz="2000" dirty="0" err="1"/>
              <a:t>удалить</a:t>
            </a:r>
            <a:r>
              <a:rPr lang="en-US" sz="2000" dirty="0"/>
              <a:t> </a:t>
            </a:r>
            <a:r>
              <a:rPr lang="en-US" sz="2000" dirty="0" err="1"/>
              <a:t>студента</a:t>
            </a:r>
            <a:endParaRPr lang="en-US" sz="20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Кнопка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перехода</a:t>
            </a:r>
            <a:r>
              <a:rPr lang="en-US" sz="2000" dirty="0"/>
              <a:t> </a:t>
            </a:r>
            <a:r>
              <a:rPr lang="en-US" sz="2000" dirty="0" err="1"/>
              <a:t>на</a:t>
            </a:r>
            <a:r>
              <a:rPr lang="en-US" sz="2000" dirty="0"/>
              <a:t> </a:t>
            </a:r>
            <a:r>
              <a:rPr lang="en-US" sz="2000" dirty="0" err="1"/>
              <a:t>окно</a:t>
            </a:r>
            <a:r>
              <a:rPr lang="en-US" sz="2000" dirty="0"/>
              <a:t> </a:t>
            </a:r>
            <a:r>
              <a:rPr lang="en-US" sz="2000" dirty="0" err="1"/>
              <a:t>списком</a:t>
            </a:r>
            <a:r>
              <a:rPr lang="en-US" sz="2000" dirty="0"/>
              <a:t> </a:t>
            </a:r>
            <a:r>
              <a:rPr lang="en-US" sz="2000" dirty="0" err="1"/>
              <a:t>студентов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Кнопка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добавления</a:t>
            </a:r>
            <a:r>
              <a:rPr lang="en-US" sz="2000" dirty="0"/>
              <a:t> </a:t>
            </a:r>
            <a:r>
              <a:rPr lang="en-US" sz="2000" dirty="0" err="1"/>
              <a:t>студента</a:t>
            </a:r>
            <a:endParaRPr lang="en-US" sz="2000" dirty="0"/>
          </a:p>
          <a:p>
            <a:pPr marL="57150">
              <a:lnSpc>
                <a:spcPct val="90000"/>
              </a:lnSpc>
              <a:spcAft>
                <a:spcPts val="600"/>
              </a:spcAft>
            </a:pPr>
            <a:r>
              <a:rPr lang="en-US" sz="2000" dirty="0" err="1"/>
              <a:t>Дополнительно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комиссии</a:t>
            </a:r>
            <a:r>
              <a:rPr lang="en-US" sz="2000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Кнопка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перехода</a:t>
            </a:r>
            <a:r>
              <a:rPr lang="en-US" sz="2000" dirty="0"/>
              <a:t> </a:t>
            </a:r>
            <a:r>
              <a:rPr lang="en-US" sz="2000" dirty="0" err="1"/>
              <a:t>на</a:t>
            </a:r>
            <a:r>
              <a:rPr lang="en-US" sz="2000" dirty="0"/>
              <a:t> </a:t>
            </a:r>
            <a:r>
              <a:rPr lang="en-US" sz="2000" dirty="0" err="1"/>
              <a:t>окно</a:t>
            </a:r>
            <a:r>
              <a:rPr lang="en-US" sz="2000" dirty="0"/>
              <a:t> </a:t>
            </a:r>
            <a:r>
              <a:rPr lang="en-US" sz="2000" dirty="0" err="1"/>
              <a:t>списком</a:t>
            </a:r>
            <a:r>
              <a:rPr lang="en-US" sz="2000" dirty="0"/>
              <a:t> </a:t>
            </a:r>
            <a:r>
              <a:rPr lang="en-US" sz="2000" dirty="0" err="1"/>
              <a:t>преподавателей</a:t>
            </a:r>
            <a:endParaRPr lang="en-US" sz="2000" dirty="0"/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Кнопка</a:t>
            </a:r>
            <a:r>
              <a:rPr lang="en-US" sz="2000" dirty="0"/>
              <a:t> </a:t>
            </a:r>
            <a:r>
              <a:rPr lang="en-US" sz="2000" dirty="0" err="1"/>
              <a:t>для</a:t>
            </a:r>
            <a:r>
              <a:rPr lang="en-US" sz="2000" dirty="0"/>
              <a:t> </a:t>
            </a:r>
            <a:r>
              <a:rPr lang="en-US" sz="2000" dirty="0" err="1"/>
              <a:t>добавления</a:t>
            </a:r>
            <a:r>
              <a:rPr lang="en-US" sz="2000" dirty="0"/>
              <a:t> </a:t>
            </a:r>
            <a:r>
              <a:rPr lang="en-US" sz="2000" dirty="0" err="1"/>
              <a:t>преподавателей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CA8E4C0-5A30-4755-B155-08BB36C8E2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17104" y="2336872"/>
            <a:ext cx="2647788" cy="359878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63500" dir="5040000" algn="t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Рисунок 6" descr="Изображение выглядит как текст, электроника, снимок экрана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105C9D9-0B64-5F26-299F-E4DE07EFB1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41" y="2496686"/>
            <a:ext cx="1474911" cy="3277581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375042C6-6A6E-4F79-A746-797431EA83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09664" y="2336872"/>
            <a:ext cx="2673942" cy="359878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63500" dir="5040000" algn="t" rotWithShape="0">
              <a:prstClr val="black">
                <a:alpha val="4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Рисунок 5" descr="Изображение выглядит как текст, снимок экрана, программное обеспечение, дизай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EA317E6-C4E4-F73C-75C5-3B68796445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2960" y="2497213"/>
            <a:ext cx="1474674" cy="3277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526342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0" y="5490376"/>
            <a:ext cx="6123355" cy="13676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	Сохраняет информацию в базу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3667" y="235055"/>
            <a:ext cx="360772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b="1" dirty="0"/>
              <a:t>Экран сохранения студента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8145" y="2358713"/>
            <a:ext cx="4923143" cy="3021340"/>
          </a:xfrm>
          <a:prstGeom prst="rect">
            <a:avLst/>
          </a:prstGeom>
          <a:noFill/>
        </p:spPr>
        <p:txBody>
          <a:bodyPr wrap="none" lIns="91440" tIns="45720" rIns="91440" bIns="45720" rtlCol="0" anchor="t">
            <a:spAutoFit/>
          </a:bodyPr>
          <a:lstStyle/>
          <a:p>
            <a:r>
              <a:rPr lang="ru-RU" dirty="0"/>
              <a:t>Включает в себя: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ввода ФИО студента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ввода группы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выбора курса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выбора дня рождения</a:t>
            </a:r>
          </a:p>
          <a:p>
            <a:pPr marL="285750" indent="-285750">
              <a:lnSpc>
                <a:spcPts val="1725"/>
              </a:lnSpc>
              <a:buFont typeface="Calibri,Sans-Serif"/>
              <a:buChar char="-"/>
            </a:pPr>
            <a:r>
              <a:rPr lang="ru-RU"/>
              <a:t>Поле для ввода </a:t>
            </a:r>
            <a:r>
              <a:rPr lang="ru-RU" err="1"/>
              <a:t>Email</a:t>
            </a:r>
            <a:endParaRPr lang="en-US" err="1"/>
          </a:p>
          <a:p>
            <a:pPr marL="285750" indent="-285750">
              <a:lnSpc>
                <a:spcPts val="1725"/>
              </a:lnSpc>
              <a:buFont typeface="Calibri,Sans-Serif"/>
              <a:buChar char="-"/>
            </a:pPr>
            <a:r>
              <a:rPr lang="ru-RU" dirty="0"/>
              <a:t>Поле для ввода Пароля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выбора картинки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выбора специализации</a:t>
            </a:r>
          </a:p>
          <a:p>
            <a:pPr marL="285750" indent="-285750">
              <a:buFontTx/>
              <a:buChar char="-"/>
            </a:pPr>
            <a:r>
              <a:rPr lang="ru-RU" dirty="0"/>
              <a:t>Поле для выбора бюджет или внебюджет</a:t>
            </a:r>
          </a:p>
          <a:p>
            <a:pPr marL="285750" indent="-285750">
              <a:buFontTx/>
              <a:buChar char="-"/>
            </a:pPr>
            <a:r>
              <a:rPr lang="ru-RU" dirty="0"/>
              <a:t>Кнопка сохранения</a:t>
            </a:r>
          </a:p>
        </p:txBody>
      </p:sp>
      <p:pic>
        <p:nvPicPr>
          <p:cNvPr id="7" name="Picture 15"/>
          <p:cNvPicPr>
            <a:picLocks noChangeAspect="1"/>
          </p:cNvPicPr>
          <p:nvPr/>
        </p:nvPicPr>
        <p:blipFill>
          <a:blip r:embed="rId2" cstate="print"/>
          <a:srcRect/>
          <a:stretch>
            <a:fillRect/>
          </a:stretch>
        </p:blipFill>
        <p:spPr>
          <a:xfrm>
            <a:off x="333203" y="5838713"/>
            <a:ext cx="829884" cy="683238"/>
          </a:xfrm>
          <a:prstGeom prst="rect">
            <a:avLst/>
          </a:prstGeom>
        </p:spPr>
      </p:pic>
      <p:pic>
        <p:nvPicPr>
          <p:cNvPr id="6" name="Рисунок 5" descr="Изображение выглядит как текст, снимок экрана, программное обеспечение, дисплей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83A9102-D1FA-005C-5795-06F007AA1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1591" y="230038"/>
            <a:ext cx="2884817" cy="6412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697727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C2A7F4-3807-66BC-FD9D-DB3082F1C067}"/>
              </a:ext>
            </a:extLst>
          </p:cNvPr>
          <p:cNvSpPr txBox="1"/>
          <p:nvPr/>
        </p:nvSpPr>
        <p:spPr>
          <a:xfrm>
            <a:off x="593360" y="718278"/>
            <a:ext cx="3044877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dirty="0"/>
              <a:t>Экран с сохранением преподавателя</a:t>
            </a:r>
          </a:p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826E8C-D340-85A6-9491-2AFA281C6270}"/>
              </a:ext>
            </a:extLst>
          </p:cNvPr>
          <p:cNvSpPr txBox="1"/>
          <p:nvPr/>
        </p:nvSpPr>
        <p:spPr>
          <a:xfrm>
            <a:off x="589472" y="2149415"/>
            <a:ext cx="6096000" cy="14593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rtl="0">
              <a:lnSpc>
                <a:spcPts val="1725"/>
              </a:lnSpc>
            </a:pPr>
            <a:r>
              <a:rPr lang="ru-RU" sz="1800" baseline="0" dirty="0">
                <a:solidFill>
                  <a:srgbClr val="FFFFFF"/>
                </a:solidFill>
                <a:latin typeface="Trebuchet MS"/>
                <a:ea typeface="Segoe UI"/>
                <a:cs typeface="Segoe UI"/>
              </a:rPr>
              <a:t>Включает в себя:</a:t>
            </a:r>
            <a:r>
              <a:rPr lang="en-US" sz="1800" dirty="0">
                <a:solidFill>
                  <a:srgbClr val="FFFFFF"/>
                </a:solidFill>
                <a:latin typeface="Trebuchet MS"/>
                <a:ea typeface="Segoe UI"/>
                <a:cs typeface="Segoe UI"/>
              </a:rPr>
              <a:t>​</a:t>
            </a:r>
          </a:p>
          <a:p>
            <a:pPr marL="285750" lvl="0" indent="-285750" rtl="0">
              <a:lnSpc>
                <a:spcPts val="1725"/>
              </a:lnSpc>
              <a:buFont typeface="Calibri"/>
              <a:buChar char="-"/>
            </a:pPr>
            <a:r>
              <a:rPr lang="ru-RU" sz="1800" baseline="0" dirty="0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Поле для ввода ФИО </a:t>
            </a:r>
            <a:r>
              <a:rPr lang="ru-RU" dirty="0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преподавателя</a:t>
            </a:r>
            <a:endParaRPr lang="en-US" sz="1800" dirty="0">
              <a:solidFill>
                <a:srgbClr val="FFFFFF"/>
              </a:solidFill>
              <a:latin typeface="Trebuchet MS"/>
              <a:ea typeface="Arial"/>
              <a:cs typeface="Arial"/>
            </a:endParaRPr>
          </a:p>
          <a:p>
            <a:pPr marL="285750" indent="-285750">
              <a:lnSpc>
                <a:spcPts val="1725"/>
              </a:lnSpc>
              <a:buFont typeface="Calibri"/>
              <a:buChar char="-"/>
            </a:pPr>
            <a:r>
              <a:rPr lang="ru-RU" sz="1800" baseline="0" dirty="0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Поле для </a:t>
            </a:r>
            <a:r>
              <a:rPr lang="ru-RU" dirty="0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ввода </a:t>
            </a:r>
            <a:r>
              <a:rPr lang="ru-RU" dirty="0" err="1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Email</a:t>
            </a:r>
            <a:endParaRPr lang="en-US" sz="1800" dirty="0" err="1">
              <a:solidFill>
                <a:srgbClr val="FFFFFF"/>
              </a:solidFill>
              <a:latin typeface="Trebuchet MS"/>
              <a:ea typeface="Arial"/>
              <a:cs typeface="Arial"/>
            </a:endParaRPr>
          </a:p>
          <a:p>
            <a:pPr marL="285750" indent="-285750">
              <a:lnSpc>
                <a:spcPts val="1725"/>
              </a:lnSpc>
              <a:buFont typeface="Calibri"/>
              <a:buChar char="-"/>
            </a:pPr>
            <a:r>
              <a:rPr lang="ru-RU" dirty="0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Поле для ввода Пароля</a:t>
            </a:r>
          </a:p>
          <a:p>
            <a:pPr marL="285750" lvl="0" indent="-285750" rtl="0">
              <a:lnSpc>
                <a:spcPts val="1725"/>
              </a:lnSpc>
              <a:buFont typeface="Calibri"/>
              <a:buChar char="-"/>
            </a:pPr>
            <a:r>
              <a:rPr lang="ru-RU" sz="1800" baseline="0" dirty="0">
                <a:solidFill>
                  <a:srgbClr val="FFFFFF"/>
                </a:solidFill>
                <a:latin typeface="Trebuchet MS"/>
                <a:ea typeface="Arial"/>
                <a:cs typeface="Arial"/>
              </a:rPr>
              <a:t>Кнопка сохранения</a:t>
            </a:r>
          </a:p>
          <a:p>
            <a:pPr algn="ctr"/>
            <a:endParaRPr lang="ru-RU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810F6BA-22DA-8518-90CD-CFDFE5408E74}"/>
              </a:ext>
            </a:extLst>
          </p:cNvPr>
          <p:cNvSpPr/>
          <p:nvPr/>
        </p:nvSpPr>
        <p:spPr>
          <a:xfrm>
            <a:off x="0" y="5490376"/>
            <a:ext cx="6123355" cy="13676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	Сохраняет информацию в базу данных</a:t>
            </a:r>
          </a:p>
        </p:txBody>
      </p:sp>
      <p:pic>
        <p:nvPicPr>
          <p:cNvPr id="7" name="Рисунок 6" descr="Изображение выглядит как текст, снимок экрана, дисплей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9680D60-7FE8-8DAC-4284-577D7881F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290" y="0"/>
            <a:ext cx="3086100" cy="6858000"/>
          </a:xfrm>
          <a:prstGeom prst="rect">
            <a:avLst/>
          </a:prstGeom>
        </p:spPr>
      </p:pic>
      <p:pic>
        <p:nvPicPr>
          <p:cNvPr id="9" name="Picture 10" descr="Изображение выглядит как черный, темнот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0284585F-C417-C12B-F9AE-DE6E08289EA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Picture 12">
            <a:extLst>
              <a:ext uri="{FF2B5EF4-FFF2-40B4-BE49-F238E27FC236}">
                <a16:creationId xmlns:a16="http://schemas.microsoft.com/office/drawing/2014/main" id="{4E49E96E-F0EF-B3D1-8BF0-3497B2FC9B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3" name="Picture 14">
            <a:extLst>
              <a:ext uri="{FF2B5EF4-FFF2-40B4-BE49-F238E27FC236}">
                <a16:creationId xmlns:a16="http://schemas.microsoft.com/office/drawing/2014/main" id="{70A8959B-5B56-9FD5-6901-F6479B717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5" name="Rectangle 16">
            <a:extLst>
              <a:ext uri="{FF2B5EF4-FFF2-40B4-BE49-F238E27FC236}">
                <a16:creationId xmlns:a16="http://schemas.microsoft.com/office/drawing/2014/main" id="{57CB2EA8-C6F8-1DB0-0581-6474150F83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8">
            <a:extLst>
              <a:ext uri="{FF2B5EF4-FFF2-40B4-BE49-F238E27FC236}">
                <a16:creationId xmlns:a16="http://schemas.microsoft.com/office/drawing/2014/main" id="{66EDABD7-6EB2-FDE0-9312-2DF1E852DD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9" name="Rectangle 20">
            <a:extLst>
              <a:ext uri="{FF2B5EF4-FFF2-40B4-BE49-F238E27FC236}">
                <a16:creationId xmlns:a16="http://schemas.microsoft.com/office/drawing/2014/main" id="{32F10638-FBAA-3ABD-3ADD-B9BB68F1F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2" descr="Изображение выглядит как черный, темнот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31BD4D0-D03C-BD13-A950-13F4AB7B62F5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52400"/>
            <a:ext cx="12192000" cy="6858000"/>
          </a:xfrm>
          <a:prstGeom prst="rect">
            <a:avLst/>
          </a:prstGeom>
        </p:spPr>
      </p:pic>
      <p:sp>
        <p:nvSpPr>
          <p:cNvPr id="23" name="Rectangle 24">
            <a:extLst>
              <a:ext uri="{FF2B5EF4-FFF2-40B4-BE49-F238E27FC236}">
                <a16:creationId xmlns:a16="http://schemas.microsoft.com/office/drawing/2014/main" id="{82E4E7B3-3E32-5A02-90EE-1F441BC853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5992" y="0"/>
            <a:ext cx="4636008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6">
            <a:extLst>
              <a:ext uri="{FF2B5EF4-FFF2-40B4-BE49-F238E27FC236}">
                <a16:creationId xmlns:a16="http://schemas.microsoft.com/office/drawing/2014/main" id="{36CB49FC-A409-CDAD-B72B-DA7BE3318F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7876030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128CD8-55D1-9E39-C3CC-C26908384DCF}"/>
              </a:ext>
            </a:extLst>
          </p:cNvPr>
          <p:cNvSpPr txBox="1"/>
          <p:nvPr/>
        </p:nvSpPr>
        <p:spPr>
          <a:xfrm>
            <a:off x="680321" y="753228"/>
            <a:ext cx="7087552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dirty="0" err="1">
                <a:latin typeface="+mj-lt"/>
                <a:ea typeface="+mj-ea"/>
                <a:cs typeface="+mj-cs"/>
              </a:rPr>
              <a:t>Экран</a:t>
            </a:r>
            <a:r>
              <a:rPr lang="en-US" sz="3600" b="1" dirty="0">
                <a:latin typeface="+mj-lt"/>
                <a:ea typeface="+mj-ea"/>
                <a:cs typeface="+mj-cs"/>
              </a:rPr>
              <a:t> с </a:t>
            </a:r>
            <a:r>
              <a:rPr lang="en-US" sz="3600" b="1" dirty="0" err="1">
                <a:latin typeface="+mj-lt"/>
                <a:ea typeface="+mj-ea"/>
                <a:cs typeface="+mj-cs"/>
              </a:rPr>
              <a:t>сохранением</a:t>
            </a:r>
            <a:r>
              <a:rPr lang="en-US" sz="3600" b="1" dirty="0">
                <a:latin typeface="+mj-lt"/>
                <a:ea typeface="+mj-ea"/>
                <a:cs typeface="+mj-cs"/>
              </a:rPr>
              <a:t> </a:t>
            </a:r>
            <a:r>
              <a:rPr lang="en-US" sz="3600" b="1" dirty="0" err="1">
                <a:latin typeface="+mj-lt"/>
                <a:ea typeface="+mj-ea"/>
                <a:cs typeface="+mj-cs"/>
              </a:rPr>
              <a:t>преподавателя</a:t>
            </a:r>
            <a:endParaRPr lang="en-US" sz="3600" b="1" dirty="0">
              <a:latin typeface="+mj-lt"/>
              <a:ea typeface="+mj-ea"/>
              <a:cs typeface="+mj-cs"/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B5F1B761-7A88-9195-A1F9-20B909843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967048" cy="321164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D9672441-CAEB-E123-98F9-409BAF4D9EAE}"/>
              </a:ext>
            </a:extLst>
          </p:cNvPr>
          <p:cNvSpPr txBox="1"/>
          <p:nvPr/>
        </p:nvSpPr>
        <p:spPr>
          <a:xfrm>
            <a:off x="680321" y="2336873"/>
            <a:ext cx="642321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Включает в себя: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Заголовок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Список со всеми преподавателями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740DEEC1-EC36-20AB-E8B3-671F74E362C6}"/>
              </a:ext>
            </a:extLst>
          </p:cNvPr>
          <p:cNvSpPr/>
          <p:nvPr/>
        </p:nvSpPr>
        <p:spPr>
          <a:xfrm>
            <a:off x="2498" y="5492874"/>
            <a:ext cx="6123355" cy="13676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	Сохраняет информацию в базу данных</a:t>
            </a:r>
          </a:p>
        </p:txBody>
      </p:sp>
      <p:pic>
        <p:nvPicPr>
          <p:cNvPr id="37" name="Picture 15">
            <a:extLst>
              <a:ext uri="{FF2B5EF4-FFF2-40B4-BE49-F238E27FC236}">
                <a16:creationId xmlns:a16="http://schemas.microsoft.com/office/drawing/2014/main" id="{52C28A9A-5039-5CC3-BF2F-1F27FA72FB62}"/>
              </a:ext>
            </a:extLst>
          </p:cNvPr>
          <p:cNvPicPr>
            <a:picLocks noChangeAspect="1"/>
          </p:cNvPicPr>
          <p:nvPr/>
        </p:nvPicPr>
        <p:blipFill>
          <a:blip r:embed="rId6" cstate="print"/>
          <a:srcRect/>
          <a:stretch>
            <a:fillRect/>
          </a:stretch>
        </p:blipFill>
        <p:spPr>
          <a:xfrm>
            <a:off x="333203" y="5838713"/>
            <a:ext cx="829884" cy="683238"/>
          </a:xfrm>
          <a:prstGeom prst="rect">
            <a:avLst/>
          </a:prstGeom>
        </p:spPr>
      </p:pic>
      <p:pic>
        <p:nvPicPr>
          <p:cNvPr id="38" name="Рисунок 37" descr="Изображение выглядит как текст, снимок экрана, дисплей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5AC5374B-B83C-73F0-86A1-AD99FE2C7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2949" y="74950"/>
            <a:ext cx="3011150" cy="6695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095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Picture 74">
            <a:extLst>
              <a:ext uri="{FF2B5EF4-FFF2-40B4-BE49-F238E27FC236}">
                <a16:creationId xmlns:a16="http://schemas.microsoft.com/office/drawing/2014/main" id="{5321D838-2C7E-4177-9DD3-DAC78324A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224C28B3-E902-49D1-98A0-582D277A0E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F3A6C14C-E755-4A02-821B-6EA2D4C9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81" name="Rectangle 80">
            <a:extLst>
              <a:ext uri="{FF2B5EF4-FFF2-40B4-BE49-F238E27FC236}">
                <a16:creationId xmlns:a16="http://schemas.microsoft.com/office/drawing/2014/main" id="{6478287C-E119-4E9C-95B0-518478BD9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A4A294F-6D36-425B-8632-27FD6A284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85" name="Rectangle 84">
            <a:extLst>
              <a:ext uri="{FF2B5EF4-FFF2-40B4-BE49-F238E27FC236}">
                <a16:creationId xmlns:a16="http://schemas.microsoft.com/office/drawing/2014/main" id="{3FECAD23-900F-4F1B-A441-6A68749F8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57943801-CAEC-4F98-9332-2A4D91284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9" name="Rectangle 88">
            <a:extLst>
              <a:ext uri="{FF2B5EF4-FFF2-40B4-BE49-F238E27FC236}">
                <a16:creationId xmlns:a16="http://schemas.microsoft.com/office/drawing/2014/main" id="{8A233090-6C39-4F59-8A0F-86F011A7E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5992" y="0"/>
            <a:ext cx="4636008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84DCAA0-4BF1-4FB9-97BA-D6BA63041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7876030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Box 2"/>
          <p:cNvSpPr txBox="1"/>
          <p:nvPr/>
        </p:nvSpPr>
        <p:spPr>
          <a:xfrm>
            <a:off x="680321" y="753228"/>
            <a:ext cx="7087552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>
                <a:latin typeface="+mj-lt"/>
                <a:ea typeface="+mj-ea"/>
                <a:cs typeface="+mj-cs"/>
              </a:rPr>
              <a:t>Экран со списком преподавателей</a:t>
            </a:r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9BC2FEA5-B399-458A-8393-E06CE40DB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967048" cy="3211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0321" y="2336873"/>
            <a:ext cx="642321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Включает</a:t>
            </a:r>
            <a:r>
              <a:rPr lang="en-US" sz="2000" dirty="0"/>
              <a:t> в </a:t>
            </a:r>
            <a:r>
              <a:rPr lang="en-US" sz="2000"/>
              <a:t>себя</a:t>
            </a:r>
            <a:r>
              <a:rPr lang="en-US" sz="2000" dirty="0"/>
              <a:t>:</a:t>
            </a:r>
          </a:p>
          <a:p>
            <a:pPr marL="28575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000"/>
              <a:t>Поле для ввода ФИО студента</a:t>
            </a:r>
          </a:p>
          <a:p>
            <a:pPr marL="28575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000"/>
              <a:t>Поле для ввода Email</a:t>
            </a:r>
          </a:p>
          <a:p>
            <a:pPr marL="285750" indent="-228600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2000"/>
              <a:t>Поле для выбора Пароля</a:t>
            </a:r>
          </a:p>
        </p:txBody>
      </p:sp>
      <p:pic>
        <p:nvPicPr>
          <p:cNvPr id="7" name="Рисунок 6" descr="Изображение выглядит как текст, снимок экрана, дисплей,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60EA745-8FC6-8A7F-8A08-03A3CB6C65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1316" y="640080"/>
            <a:ext cx="2510028" cy="5577840"/>
          </a:xfrm>
          <a:prstGeom prst="rect">
            <a:avLst/>
          </a:prstGeom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8904812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321D838-2C7E-4177-9DD3-DAC78324A2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24C28B3-E902-49D1-98A0-582D277A0E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3A6C14C-E755-4A02-821B-6EA2D4C9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478287C-E119-4E9C-95B0-518478BD9D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4A294F-6D36-425B-8632-27FD6A284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3FECAD23-900F-4F1B-A441-6A68749F88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57943801-CAEC-4F98-9332-2A4D912846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8A233090-6C39-4F59-8A0F-86F011A7E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5992" y="0"/>
            <a:ext cx="4636008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84DCAA0-4BF1-4FB9-97BA-D6BA63041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7876030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Box 2"/>
          <p:cNvSpPr txBox="1"/>
          <p:nvPr/>
        </p:nvSpPr>
        <p:spPr>
          <a:xfrm>
            <a:off x="680321" y="753228"/>
            <a:ext cx="7087552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>
                <a:latin typeface="+mj-lt"/>
                <a:ea typeface="+mj-ea"/>
                <a:cs typeface="+mj-cs"/>
              </a:rPr>
              <a:t>Экран со списком студентов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BC2FEA5-B399-458A-8393-E06CE40DB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967048" cy="3211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0321" y="2336873"/>
            <a:ext cx="642321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Включает в себя: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Заголовок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/>
              <a:t>Список со всеми студентами</a:t>
            </a:r>
          </a:p>
        </p:txBody>
      </p:sp>
      <p:pic>
        <p:nvPicPr>
          <p:cNvPr id="2" name="Рисунок 1" descr="Изображение выглядит как текст, снимок экрана, программное обеспечение, Мультимедийн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4C4C40C-A09D-0842-3847-C54FC96618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1316" y="640080"/>
            <a:ext cx="2510028" cy="5577840"/>
          </a:xfrm>
          <a:prstGeom prst="rect">
            <a:avLst/>
          </a:prstGeom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91354485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8" descr="Изображение выглядит как черный, темнот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0396387-E28F-B1DC-E3C0-6A23D907702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10">
            <a:extLst>
              <a:ext uri="{FF2B5EF4-FFF2-40B4-BE49-F238E27FC236}">
                <a16:creationId xmlns:a16="http://schemas.microsoft.com/office/drawing/2014/main" id="{C760818C-D19D-ECA1-DEE4-63E6C04E13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" name="Picture 12">
            <a:extLst>
              <a:ext uri="{FF2B5EF4-FFF2-40B4-BE49-F238E27FC236}">
                <a16:creationId xmlns:a16="http://schemas.microsoft.com/office/drawing/2014/main" id="{808E3CA4-161B-4E1B-8779-73D814AF1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" name="Rectangle 14">
            <a:extLst>
              <a:ext uri="{FF2B5EF4-FFF2-40B4-BE49-F238E27FC236}">
                <a16:creationId xmlns:a16="http://schemas.microsoft.com/office/drawing/2014/main" id="{21690D5C-18E0-3D9B-8115-49DF973227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6">
            <a:extLst>
              <a:ext uri="{FF2B5EF4-FFF2-40B4-BE49-F238E27FC236}">
                <a16:creationId xmlns:a16="http://schemas.microsoft.com/office/drawing/2014/main" id="{2DDCF3D0-C53F-B54B-A691-F8247ACC3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 useBgFill="1">
        <p:nvSpPr>
          <p:cNvPr id="13" name="Rectangle 18">
            <a:extLst>
              <a:ext uri="{FF2B5EF4-FFF2-40B4-BE49-F238E27FC236}">
                <a16:creationId xmlns:a16="http://schemas.microsoft.com/office/drawing/2014/main" id="{95C85640-FBFE-1A60-82E8-714BCD5927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824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20" descr="Изображение выглядит как черный, темнот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1D4D56A-7082-3654-8D1B-FF7ED1F10DB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" y="152400"/>
            <a:ext cx="12192000" cy="6858000"/>
          </a:xfrm>
          <a:prstGeom prst="rect">
            <a:avLst/>
          </a:prstGeom>
        </p:spPr>
      </p:pic>
      <p:sp>
        <p:nvSpPr>
          <p:cNvPr id="17" name="Rectangle 22">
            <a:extLst>
              <a:ext uri="{FF2B5EF4-FFF2-40B4-BE49-F238E27FC236}">
                <a16:creationId xmlns:a16="http://schemas.microsoft.com/office/drawing/2014/main" id="{1B8625D9-C38D-F662-648A-960B9B77CE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5992" y="0"/>
            <a:ext cx="4636008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24">
            <a:extLst>
              <a:ext uri="{FF2B5EF4-FFF2-40B4-BE49-F238E27FC236}">
                <a16:creationId xmlns:a16="http://schemas.microsoft.com/office/drawing/2014/main" id="{26E8A33A-F787-7DA6-9109-E9FA7C1F72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7876030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AEB6B24-8A93-416A-1C46-2A12ADBCE629}"/>
              </a:ext>
            </a:extLst>
          </p:cNvPr>
          <p:cNvSpPr txBox="1"/>
          <p:nvPr/>
        </p:nvSpPr>
        <p:spPr>
          <a:xfrm>
            <a:off x="680321" y="753228"/>
            <a:ext cx="7087552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dirty="0" err="1">
                <a:latin typeface="+mj-lt"/>
                <a:ea typeface="+mj-ea"/>
                <a:cs typeface="+mj-cs"/>
              </a:rPr>
              <a:t>Экран</a:t>
            </a:r>
            <a:r>
              <a:rPr lang="en-US" sz="3600" b="1" dirty="0">
                <a:latin typeface="+mj-lt"/>
                <a:ea typeface="+mj-ea"/>
                <a:cs typeface="+mj-cs"/>
              </a:rPr>
              <a:t> с </a:t>
            </a:r>
            <a:r>
              <a:rPr lang="en-US" sz="3600" b="1" dirty="0" err="1">
                <a:latin typeface="+mj-lt"/>
                <a:ea typeface="+mj-ea"/>
                <a:cs typeface="+mj-cs"/>
              </a:rPr>
              <a:t>профилем</a:t>
            </a:r>
            <a:r>
              <a:rPr lang="en-US" sz="3600" b="1" dirty="0">
                <a:latin typeface="+mj-lt"/>
                <a:ea typeface="+mj-ea"/>
                <a:cs typeface="+mj-cs"/>
              </a:rPr>
              <a:t> </a:t>
            </a:r>
            <a:r>
              <a:rPr lang="en-US" sz="3600" b="1" dirty="0" err="1">
                <a:latin typeface="+mj-lt"/>
                <a:ea typeface="+mj-ea"/>
                <a:cs typeface="+mj-cs"/>
              </a:rPr>
              <a:t>студента</a:t>
            </a:r>
          </a:p>
        </p:txBody>
      </p:sp>
      <p:pic>
        <p:nvPicPr>
          <p:cNvPr id="23" name="Picture 26">
            <a:extLst>
              <a:ext uri="{FF2B5EF4-FFF2-40B4-BE49-F238E27FC236}">
                <a16:creationId xmlns:a16="http://schemas.microsoft.com/office/drawing/2014/main" id="{AB80A86F-8690-94D2-DE28-AD1D772E51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7967048" cy="32116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737F8B4-93EB-129E-8283-F54253E04344}"/>
              </a:ext>
            </a:extLst>
          </p:cNvPr>
          <p:cNvSpPr txBox="1"/>
          <p:nvPr/>
        </p:nvSpPr>
        <p:spPr>
          <a:xfrm>
            <a:off x="680321" y="2336873"/>
            <a:ext cx="6423211" cy="359931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Включает</a:t>
            </a:r>
            <a:r>
              <a:rPr lang="en-US" sz="2000" dirty="0"/>
              <a:t> в </a:t>
            </a:r>
            <a:r>
              <a:rPr lang="en-US" sz="2000" dirty="0" err="1"/>
              <a:t>себя</a:t>
            </a:r>
            <a:r>
              <a:rPr lang="en-US" sz="2000" dirty="0"/>
              <a:t>: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Фото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ФИО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Группа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Курс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/>
              <a:t>Дата</a:t>
            </a:r>
            <a:r>
              <a:rPr lang="en-US" sz="2000" dirty="0"/>
              <a:t> </a:t>
            </a:r>
            <a:r>
              <a:rPr lang="en-US" sz="2000" dirty="0" err="1"/>
              <a:t>рождения</a:t>
            </a:r>
          </a:p>
        </p:txBody>
      </p:sp>
      <p:pic>
        <p:nvPicPr>
          <p:cNvPr id="27" name="Рисунок 26" descr="Изображение выглядит как текст, снимок экрана, программное обеспечение, Мультимедийное программное обеспечени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93BAF4A-4741-947E-D535-50D17463CE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1316" y="640080"/>
            <a:ext cx="2510028" cy="5577840"/>
          </a:xfrm>
          <a:prstGeom prst="rect">
            <a:avLst/>
          </a:prstGeom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810501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bg2">
                <a:shade val="100000"/>
                <a:hueMod val="100000"/>
                <a:satMod val="110000"/>
                <a:lumMod val="130000"/>
              </a:schemeClr>
            </a:gs>
            <a:gs pos="100000">
              <a:schemeClr val="bg2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1CFC1BB-C5B3-4479-9752-C53221627F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56FCE19-3103-4473-A92E-E38D00FCD0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909C556-FC01-4870-ABC0-8D5C17BD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6DB8A24-0DF2-4AB3-9191-C02AB6937C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924F406-F250-4FCF-A28E-52F364A5AA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05A9BAA-B344-45D2-838C-73856C4B1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176" y="0"/>
            <a:ext cx="12192000" cy="6858001"/>
            <a:chOff x="-3176" y="0"/>
            <a:chExt cx="12192000" cy="6858001"/>
          </a:xfrm>
        </p:grpSpPr>
        <p:sp useBgFill="1">
          <p:nvSpPr>
            <p:cNvPr id="7" name="Rectangle 19">
              <a:extLst>
                <a:ext uri="{FF2B5EF4-FFF2-40B4-BE49-F238E27FC236}">
                  <a16:creationId xmlns:a16="http://schemas.microsoft.com/office/drawing/2014/main" id="{390434AA-4632-440E-9AE7-411396A77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88824" cy="685800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462FD1E-E713-4FD4-8746-671C946723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2">
              <a:alphaModFix amt="1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176" y="0"/>
              <a:ext cx="12192000" cy="6858000"/>
            </a:xfrm>
            <a:prstGeom prst="rect">
              <a:avLst/>
            </a:prstGeom>
          </p:spPr>
        </p:pic>
      </p:grpSp>
      <p:pic>
        <p:nvPicPr>
          <p:cNvPr id="27" name="Picture 4" descr="Офисное здание с графиками фондового рынка">
            <a:extLst>
              <a:ext uri="{FF2B5EF4-FFF2-40B4-BE49-F238E27FC236}">
                <a16:creationId xmlns:a16="http://schemas.microsoft.com/office/drawing/2014/main" id="{F6635CD6-70D7-C961-F6B9-DD7C85EC024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6688" r="-6" b="-6"/>
          <a:stretch>
            <a:fillRect/>
          </a:stretch>
        </p:blipFill>
        <p:spPr>
          <a:xfrm>
            <a:off x="4636008" y="10"/>
            <a:ext cx="7552815" cy="6856310"/>
          </a:xfrm>
          <a:prstGeom prst="rect">
            <a:avLst/>
          </a:prstGeom>
          <a:ln>
            <a:noFill/>
          </a:ln>
          <a:effectLst/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78A4CDE5-C7BC-41E1-8A4A-79E024CC0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2" y="609600"/>
            <a:ext cx="5018565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3679028" cy="108093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200"/>
              <a:t>Перспективы разработки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25C7952-5703-489E-8DBD-F2EFAC8EE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5029200" cy="202738"/>
          </a:xfrm>
          <a:prstGeom prst="rect">
            <a:avLst/>
          </a:prstGeom>
        </p:spPr>
      </p:pic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680322" y="2336873"/>
            <a:ext cx="3581635" cy="359931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600" dirty="0" err="1"/>
              <a:t>Расширение</a:t>
            </a:r>
            <a:r>
              <a:rPr lang="en-US" sz="1600" dirty="0"/>
              <a:t> </a:t>
            </a:r>
            <a:r>
              <a:rPr lang="en-US" sz="1600" dirty="0" err="1"/>
              <a:t>функционала</a:t>
            </a:r>
            <a:r>
              <a:rPr lang="en-US" sz="1600" dirty="0"/>
              <a:t> (</a:t>
            </a:r>
            <a:r>
              <a:rPr lang="en-US" sz="1600" dirty="0" err="1"/>
              <a:t>ведомости</a:t>
            </a:r>
            <a:r>
              <a:rPr lang="en-US" sz="1600" dirty="0"/>
              <a:t>, </a:t>
            </a:r>
            <a:r>
              <a:rPr lang="en-US" sz="1600" dirty="0" err="1"/>
              <a:t>расписание</a:t>
            </a:r>
            <a:r>
              <a:rPr lang="en-US" sz="1600" dirty="0"/>
              <a:t>, </a:t>
            </a:r>
            <a:r>
              <a:rPr lang="en-US" sz="1600" dirty="0" err="1"/>
              <a:t>уведомления</a:t>
            </a:r>
            <a:r>
              <a:rPr lang="en-US" sz="1600" dirty="0"/>
              <a:t>)</a:t>
            </a:r>
          </a:p>
          <a:p>
            <a:r>
              <a:rPr lang="en-US" sz="1600" dirty="0" err="1"/>
              <a:t>Редактирование</a:t>
            </a:r>
            <a:r>
              <a:rPr lang="en-US" sz="1600" dirty="0"/>
              <a:t> </a:t>
            </a:r>
            <a:r>
              <a:rPr lang="en-US" sz="1600" dirty="0" err="1"/>
              <a:t>базы</a:t>
            </a:r>
            <a:r>
              <a:rPr lang="en-US" sz="1600" dirty="0"/>
              <a:t> </a:t>
            </a:r>
            <a:r>
              <a:rPr lang="en-US" sz="1600" dirty="0" err="1"/>
              <a:t>данных</a:t>
            </a:r>
          </a:p>
          <a:p>
            <a:r>
              <a:rPr lang="en-US" sz="1600" dirty="0" err="1"/>
              <a:t>Кроссплатформенность</a:t>
            </a:r>
            <a:r>
              <a:rPr lang="en-US" sz="1600" dirty="0"/>
              <a:t> (</a:t>
            </a:r>
            <a:r>
              <a:rPr lang="en-US" sz="1600" dirty="0" err="1"/>
              <a:t>веб-версия</a:t>
            </a:r>
            <a:r>
              <a:rPr lang="en-US" sz="1600" dirty="0"/>
              <a:t>, iOS)</a:t>
            </a:r>
          </a:p>
          <a:p>
            <a:r>
              <a:rPr lang="en-US" sz="1600" dirty="0" err="1"/>
              <a:t>Подсчет</a:t>
            </a:r>
            <a:r>
              <a:rPr lang="en-US" sz="1600" dirty="0"/>
              <a:t> </a:t>
            </a:r>
            <a:r>
              <a:rPr lang="en-US" sz="1600" dirty="0" err="1"/>
              <a:t>зарплаты</a:t>
            </a:r>
            <a:r>
              <a:rPr lang="en-US" sz="1600" dirty="0"/>
              <a:t> </a:t>
            </a:r>
            <a:r>
              <a:rPr lang="en-US" sz="1600"/>
              <a:t>преподаватлей</a:t>
            </a:r>
            <a:endParaRPr lang="en-US" sz="1600" dirty="0"/>
          </a:p>
          <a:p>
            <a:r>
              <a:rPr lang="en-US" sz="1600" dirty="0" err="1"/>
              <a:t>Подсчет</a:t>
            </a:r>
            <a:r>
              <a:rPr lang="en-US" sz="1600" dirty="0"/>
              <a:t> </a:t>
            </a:r>
            <a:r>
              <a:rPr lang="en-US" sz="1600" dirty="0" err="1"/>
              <a:t>нагрузки</a:t>
            </a:r>
            <a:r>
              <a:rPr lang="en-US" sz="1600" dirty="0"/>
              <a:t> </a:t>
            </a:r>
            <a:r>
              <a:rPr lang="en-US" sz="1600" dirty="0" err="1"/>
              <a:t>преподавателей</a:t>
            </a:r>
          </a:p>
          <a:p>
            <a:r>
              <a:rPr lang="en-US" sz="1600" dirty="0" err="1"/>
              <a:t>Просмотр</a:t>
            </a:r>
            <a:r>
              <a:rPr lang="en-US" sz="1600" dirty="0"/>
              <a:t> </a:t>
            </a:r>
            <a:r>
              <a:rPr lang="en-US" sz="1600" dirty="0" err="1"/>
              <a:t>расписания</a:t>
            </a:r>
            <a:r>
              <a:rPr lang="en-US" sz="1600" dirty="0"/>
              <a:t> </a:t>
            </a:r>
            <a:r>
              <a:rPr lang="en-US" sz="1600"/>
              <a:t>студентом</a:t>
            </a:r>
            <a:endParaRPr lang="en-US" sz="1600" dirty="0"/>
          </a:p>
          <a:p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202728253"/>
      </p:ext>
    </p:extLst>
  </p:cSld>
  <p:clrMapOvr>
    <a:masterClrMapping/>
  </p:clrMapOvr>
</p:sld>
</file>

<file path=ppt/theme/theme1.xml><?xml version="1.0" encoding="utf-8"?>
<a:theme xmlns:a="http://schemas.openxmlformats.org/drawingml/2006/main" name="Берлин">
  <a:themeElements>
    <a:clrScheme name="Берлин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Берлин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Берлин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0">
    <wetp:webextensionref xmlns:r="http://schemas.openxmlformats.org/officeDocument/2006/relationships" r:id="rId1"/>
  </wetp:taskpane>
  <wetp:taskpane dockstate="right" visibility="1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D6F949FF-FAB6-42D1-942A-C5E14DEC7635}">
  <we:reference id="wa200005566" version="1.0.0.0" store="en-US" storeType="omex"/>
  <we:alternateReferences>
    <we:reference id="wa200005566" version="1.0.0.0" store="omex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BDDB458-011A-4E7B-8892-DE026FD91E18}">
  <we:reference id="wa200007130" version="1.0.0.1" store="en-US" storeType="omex"/>
  <we:alternateReferences>
    <we:reference id="wa200007130" version="1.0.0.1" store="omex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TM04033917[[fn=Берлин]]</Template>
  <TotalTime>115</TotalTime>
  <Words>345</Words>
  <Application>Microsoft Office PowerPoint</Application>
  <PresentationFormat>Широкоэкранный</PresentationFormat>
  <Paragraphs>64</Paragraphs>
  <Slides>13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13</vt:i4>
      </vt:variant>
    </vt:vector>
  </HeadingPairs>
  <TitlesOfParts>
    <vt:vector size="15" baseType="lpstr">
      <vt:lpstr>Берлин</vt:lpstr>
      <vt:lpstr>Тема Office</vt:lpstr>
      <vt:lpstr>Презентация PowerPoint</vt:lpstr>
      <vt:lpstr>О разработке</vt:lpstr>
      <vt:lpstr>Цели и задачи проекта</vt:lpstr>
      <vt:lpstr>Функциональные характеристики</vt:lpstr>
      <vt:lpstr>Используемые инструменты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Перспективы разработки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Your PC</dc:creator>
  <cp:lastModifiedBy>Your PC</cp:lastModifiedBy>
  <cp:revision>215</cp:revision>
  <dcterms:created xsi:type="dcterms:W3CDTF">2025-12-11T17:24:11Z</dcterms:created>
  <dcterms:modified xsi:type="dcterms:W3CDTF">2025-12-12T19:37:15Z</dcterms:modified>
</cp:coreProperties>
</file>